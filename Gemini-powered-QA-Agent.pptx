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7" r:id="rId4"/>
    <p:sldId id="258" r:id="rId5"/>
    <p:sldId id="270" r:id="rId6"/>
    <p:sldId id="273" r:id="rId7"/>
    <p:sldId id="272" r:id="rId8"/>
    <p:sldId id="260" r:id="rId9"/>
    <p:sldId id="274" r:id="rId10"/>
    <p:sldId id="263" r:id="rId11"/>
    <p:sldId id="283" r:id="rId12"/>
    <p:sldId id="284" r:id="rId13"/>
    <p:sldId id="285" r:id="rId14"/>
    <p:sldId id="286" r:id="rId15"/>
    <p:sldId id="287" r:id="rId16"/>
    <p:sldId id="279" r:id="rId17"/>
    <p:sldId id="289" r:id="rId18"/>
    <p:sldId id="282" r:id="rId19"/>
    <p:sldId id="280" r:id="rId20"/>
    <p:sldId id="28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82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60E12-DE2D-432A-BFCF-121B50E87D6D}" type="doc">
      <dgm:prSet loTypeId="urn:diagrams.loki3.com/Bracke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C93A34F-A638-4394-A192-A33639AA277C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🧠 Understand User Stories</a:t>
          </a:r>
          <a:endParaRPr lang="en-US" sz="2000" dirty="0"/>
        </a:p>
      </dgm:t>
    </dgm:pt>
    <dgm:pt modelId="{2B24198B-0F14-49E0-8A85-F96552C6C1BE}" type="parTrans" cxnId="{5571535B-5103-4DBE-8D28-621AA9E31064}">
      <dgm:prSet/>
      <dgm:spPr/>
      <dgm:t>
        <a:bodyPr/>
        <a:lstStyle/>
        <a:p>
          <a:endParaRPr lang="en-US"/>
        </a:p>
      </dgm:t>
    </dgm:pt>
    <dgm:pt modelId="{B1CDF7B3-535E-46D7-A3C4-7984D063C6D1}" type="sibTrans" cxnId="{5571535B-5103-4DBE-8D28-621AA9E31064}">
      <dgm:prSet/>
      <dgm:spPr/>
      <dgm:t>
        <a:bodyPr/>
        <a:lstStyle/>
        <a:p>
          <a:endParaRPr lang="en-US"/>
        </a:p>
      </dgm:t>
    </dgm:pt>
    <dgm:pt modelId="{4E14B3C7-4163-4CD4-AD34-8727518575D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Parses natural language user stories</a:t>
          </a:r>
        </a:p>
      </dgm:t>
    </dgm:pt>
    <dgm:pt modelId="{0B961AD5-CAE6-4A6C-9BC2-02ED30AD5506}" type="parTrans" cxnId="{04D5D2E6-1FA0-4E16-824B-33C2CD7B84E9}">
      <dgm:prSet/>
      <dgm:spPr/>
      <dgm:t>
        <a:bodyPr/>
        <a:lstStyle/>
        <a:p>
          <a:endParaRPr lang="en-US"/>
        </a:p>
      </dgm:t>
    </dgm:pt>
    <dgm:pt modelId="{145770DE-849C-469A-B442-7C712C99576C}" type="sibTrans" cxnId="{04D5D2E6-1FA0-4E16-824B-33C2CD7B84E9}">
      <dgm:prSet/>
      <dgm:spPr/>
      <dgm:t>
        <a:bodyPr/>
        <a:lstStyle/>
        <a:p>
          <a:endParaRPr lang="en-US"/>
        </a:p>
      </dgm:t>
    </dgm:pt>
    <dgm:pt modelId="{EFCCA588-1F3D-47A6-AB1C-C4E83E1C38C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Extracts intent and testable actions</a:t>
          </a:r>
        </a:p>
      </dgm:t>
    </dgm:pt>
    <dgm:pt modelId="{E46C0957-CD4B-46CE-A9E8-0D80DDD62D2B}" type="parTrans" cxnId="{D5F40336-376C-4158-8E8E-E9B66F3449D0}">
      <dgm:prSet/>
      <dgm:spPr/>
      <dgm:t>
        <a:bodyPr/>
        <a:lstStyle/>
        <a:p>
          <a:endParaRPr lang="en-US"/>
        </a:p>
      </dgm:t>
    </dgm:pt>
    <dgm:pt modelId="{4F97B4F3-A618-4379-9E0F-D3F63F8D0C07}" type="sibTrans" cxnId="{D5F40336-376C-4158-8E8E-E9B66F3449D0}">
      <dgm:prSet/>
      <dgm:spPr/>
      <dgm:t>
        <a:bodyPr/>
        <a:lstStyle/>
        <a:p>
          <a:endParaRPr lang="en-US"/>
        </a:p>
      </dgm:t>
    </dgm:pt>
    <dgm:pt modelId="{5269CE96-AAD3-44C5-BE15-485A63844839}">
      <dgm:prSet custT="1"/>
      <dgm:spPr/>
      <dgm:t>
        <a:bodyPr/>
        <a:lstStyle/>
        <a:p>
          <a:pPr>
            <a:buNone/>
          </a:pPr>
          <a:r>
            <a:rPr lang="en-US" sz="2000" b="1" dirty="0"/>
            <a:t>🧾 Generate Test </a:t>
          </a:r>
          <a:r>
            <a:rPr lang="en-US" sz="2000" b="1" dirty="0">
              <a:ln>
                <a:solidFill>
                  <a:schemeClr val="bg1">
                    <a:lumMod val="75000"/>
                  </a:schemeClr>
                </a:solidFill>
              </a:ln>
            </a:rPr>
            <a:t>Cases</a:t>
          </a:r>
        </a:p>
      </dgm:t>
    </dgm:pt>
    <dgm:pt modelId="{053F4369-B2F7-4F18-A1AC-F07E5B8B8257}" type="parTrans" cxnId="{D99603DA-0526-4906-A6BA-99D872819139}">
      <dgm:prSet/>
      <dgm:spPr/>
      <dgm:t>
        <a:bodyPr/>
        <a:lstStyle/>
        <a:p>
          <a:endParaRPr lang="en-US"/>
        </a:p>
      </dgm:t>
    </dgm:pt>
    <dgm:pt modelId="{A317C2CA-3203-49E8-8189-93DF2984121C}" type="sibTrans" cxnId="{D99603DA-0526-4906-A6BA-99D872819139}">
      <dgm:prSet/>
      <dgm:spPr/>
      <dgm:t>
        <a:bodyPr/>
        <a:lstStyle/>
        <a:p>
          <a:endParaRPr lang="en-US"/>
        </a:p>
      </dgm:t>
    </dgm:pt>
    <dgm:pt modelId="{E1D1EED5-6F0D-46F9-84E2-1E88A30EF12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Auto-creates step-by-step test designs</a:t>
          </a:r>
        </a:p>
      </dgm:t>
    </dgm:pt>
    <dgm:pt modelId="{76FC1327-E253-40B1-94BB-7485FDA146BF}" type="parTrans" cxnId="{50986286-1EA4-445A-AAA0-962E840D4FE5}">
      <dgm:prSet/>
      <dgm:spPr/>
      <dgm:t>
        <a:bodyPr/>
        <a:lstStyle/>
        <a:p>
          <a:endParaRPr lang="en-US"/>
        </a:p>
      </dgm:t>
    </dgm:pt>
    <dgm:pt modelId="{52565542-40E9-447C-AF98-C5CD21290756}" type="sibTrans" cxnId="{50986286-1EA4-445A-AAA0-962E840D4FE5}">
      <dgm:prSet/>
      <dgm:spPr/>
      <dgm:t>
        <a:bodyPr/>
        <a:lstStyle/>
        <a:p>
          <a:endParaRPr lang="en-US"/>
        </a:p>
      </dgm:t>
    </dgm:pt>
    <dgm:pt modelId="{9BFE189C-6090-4B16-8303-16CAFE0FC7C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Aligns with QA standards and structure</a:t>
          </a:r>
        </a:p>
      </dgm:t>
    </dgm:pt>
    <dgm:pt modelId="{E2D99ED2-AAF7-4890-8FF1-6A025864161A}" type="parTrans" cxnId="{3A4E64EA-A691-4B35-9114-FC79009CDF68}">
      <dgm:prSet/>
      <dgm:spPr/>
      <dgm:t>
        <a:bodyPr/>
        <a:lstStyle/>
        <a:p>
          <a:endParaRPr lang="en-US"/>
        </a:p>
      </dgm:t>
    </dgm:pt>
    <dgm:pt modelId="{20A79370-AC57-4BA4-B3A3-AB3C24FC4D64}" type="sibTrans" cxnId="{3A4E64EA-A691-4B35-9114-FC79009CDF68}">
      <dgm:prSet/>
      <dgm:spPr/>
      <dgm:t>
        <a:bodyPr/>
        <a:lstStyle/>
        <a:p>
          <a:endParaRPr lang="en-US"/>
        </a:p>
      </dgm:t>
    </dgm:pt>
    <dgm:pt modelId="{E1AAA337-B607-4F22-9E67-5485F5614B95}">
      <dgm:prSet custT="1"/>
      <dgm:spPr/>
      <dgm:t>
        <a:bodyPr/>
        <a:lstStyle/>
        <a:p>
          <a:pPr>
            <a:buNone/>
          </a:pPr>
          <a:r>
            <a:rPr lang="en-US" sz="2000" b="1" dirty="0"/>
            <a:t>🔁 Enable Iterative Refinement</a:t>
          </a:r>
        </a:p>
      </dgm:t>
    </dgm:pt>
    <dgm:pt modelId="{9F5F7BDE-4955-4FC4-B512-CBFEFDEC65FD}" type="parTrans" cxnId="{39C27E76-2B01-4F2D-A6C8-DE594E0A65C2}">
      <dgm:prSet/>
      <dgm:spPr/>
      <dgm:t>
        <a:bodyPr/>
        <a:lstStyle/>
        <a:p>
          <a:endParaRPr lang="en-US"/>
        </a:p>
      </dgm:t>
    </dgm:pt>
    <dgm:pt modelId="{A5781E02-95D2-43AC-944C-393287E50B76}" type="sibTrans" cxnId="{39C27E76-2B01-4F2D-A6C8-DE594E0A65C2}">
      <dgm:prSet/>
      <dgm:spPr/>
      <dgm:t>
        <a:bodyPr/>
        <a:lstStyle/>
        <a:p>
          <a:endParaRPr lang="en-US"/>
        </a:p>
      </dgm:t>
    </dgm:pt>
    <dgm:pt modelId="{0C29E7DB-2345-475E-AEBC-092C1DDB3D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Accepts human feedback</a:t>
          </a:r>
        </a:p>
      </dgm:t>
    </dgm:pt>
    <dgm:pt modelId="{8F949DEC-88FB-43DD-A2C7-21FFED505447}" type="parTrans" cxnId="{37F1B117-D816-49B7-94DD-257845CDC0E2}">
      <dgm:prSet/>
      <dgm:spPr/>
      <dgm:t>
        <a:bodyPr/>
        <a:lstStyle/>
        <a:p>
          <a:endParaRPr lang="en-US"/>
        </a:p>
      </dgm:t>
    </dgm:pt>
    <dgm:pt modelId="{961461F5-3427-427E-80F7-C05249CE4A31}" type="sibTrans" cxnId="{37F1B117-D816-49B7-94DD-257845CDC0E2}">
      <dgm:prSet/>
      <dgm:spPr/>
      <dgm:t>
        <a:bodyPr/>
        <a:lstStyle/>
        <a:p>
          <a:endParaRPr lang="en-US"/>
        </a:p>
      </dgm:t>
    </dgm:pt>
    <dgm:pt modelId="{3016146B-EA04-40A8-8003-77FC54D96F3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Updates test cases in real time</a:t>
          </a:r>
        </a:p>
      </dgm:t>
    </dgm:pt>
    <dgm:pt modelId="{47DCEEC4-A46D-48E6-B6CC-9E147082010B}" type="parTrans" cxnId="{5A0961B5-69DE-40DA-B847-0B7515F7ED8D}">
      <dgm:prSet/>
      <dgm:spPr/>
      <dgm:t>
        <a:bodyPr/>
        <a:lstStyle/>
        <a:p>
          <a:endParaRPr lang="en-US"/>
        </a:p>
      </dgm:t>
    </dgm:pt>
    <dgm:pt modelId="{C373A02C-367A-41D1-BEA0-0C79CE2A4D7A}" type="sibTrans" cxnId="{5A0961B5-69DE-40DA-B847-0B7515F7ED8D}">
      <dgm:prSet/>
      <dgm:spPr/>
      <dgm:t>
        <a:bodyPr/>
        <a:lstStyle/>
        <a:p>
          <a:endParaRPr lang="en-US"/>
        </a:p>
      </dgm:t>
    </dgm:pt>
    <dgm:pt modelId="{6E023DF8-69C7-4E8D-846A-0D9846C7A64D}">
      <dgm:prSet custT="1"/>
      <dgm:spPr/>
      <dgm:t>
        <a:bodyPr/>
        <a:lstStyle/>
        <a:p>
          <a:pPr>
            <a:buNone/>
          </a:pPr>
          <a:r>
            <a:rPr lang="en-US" sz="2000" b="1" dirty="0"/>
            <a:t>📤 Export to Excel</a:t>
          </a:r>
        </a:p>
      </dgm:t>
    </dgm:pt>
    <dgm:pt modelId="{488CBF31-E16B-4586-9B88-4CAB88495A9D}" type="parTrans" cxnId="{D3332C5D-E236-493E-B80F-AB02089EBD0C}">
      <dgm:prSet/>
      <dgm:spPr/>
      <dgm:t>
        <a:bodyPr/>
        <a:lstStyle/>
        <a:p>
          <a:endParaRPr lang="en-US"/>
        </a:p>
      </dgm:t>
    </dgm:pt>
    <dgm:pt modelId="{9FCD1617-16AE-4A76-B9F7-D2A6EF65B2D7}" type="sibTrans" cxnId="{D3332C5D-E236-493E-B80F-AB02089EBD0C}">
      <dgm:prSet/>
      <dgm:spPr/>
      <dgm:t>
        <a:bodyPr/>
        <a:lstStyle/>
        <a:p>
          <a:endParaRPr lang="en-US"/>
        </a:p>
      </dgm:t>
    </dgm:pt>
    <dgm:pt modelId="{4F801F15-E4FE-43A6-87EC-115B69F0B2D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Generate Test Designs with one click Excel download</a:t>
          </a:r>
        </a:p>
      </dgm:t>
    </dgm:pt>
    <dgm:pt modelId="{0CD4D186-15CB-4D29-80C6-F4DD02D86139}" type="parTrans" cxnId="{1694C9E7-EA60-4782-BCD5-DC669901DDFF}">
      <dgm:prSet/>
      <dgm:spPr/>
      <dgm:t>
        <a:bodyPr/>
        <a:lstStyle/>
        <a:p>
          <a:endParaRPr lang="en-US"/>
        </a:p>
      </dgm:t>
    </dgm:pt>
    <dgm:pt modelId="{855903FE-0E86-4D4F-ACBD-C60C34F93646}" type="sibTrans" cxnId="{1694C9E7-EA60-4782-BCD5-DC669901DDFF}">
      <dgm:prSet/>
      <dgm:spPr/>
      <dgm:t>
        <a:bodyPr/>
        <a:lstStyle/>
        <a:p>
          <a:endParaRPr lang="en-US"/>
        </a:p>
      </dgm:t>
    </dgm:pt>
    <dgm:pt modelId="{D30E6A74-9710-4EAC-82E6-C179DC6A2DA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Ready for import into tools like Azure DevOps</a:t>
          </a:r>
        </a:p>
      </dgm:t>
    </dgm:pt>
    <dgm:pt modelId="{A88B5436-D27F-450B-B6A8-FD00F7C8BF93}" type="parTrans" cxnId="{B2311294-7836-403A-9AFA-ADB2CEB0BE9A}">
      <dgm:prSet/>
      <dgm:spPr/>
      <dgm:t>
        <a:bodyPr/>
        <a:lstStyle/>
        <a:p>
          <a:endParaRPr lang="en-US"/>
        </a:p>
      </dgm:t>
    </dgm:pt>
    <dgm:pt modelId="{0C823FEE-5B69-4AAE-A259-4E15CF8D7CCC}" type="sibTrans" cxnId="{B2311294-7836-403A-9AFA-ADB2CEB0BE9A}">
      <dgm:prSet/>
      <dgm:spPr/>
      <dgm:t>
        <a:bodyPr/>
        <a:lstStyle/>
        <a:p>
          <a:endParaRPr lang="en-US"/>
        </a:p>
      </dgm:t>
    </dgm:pt>
    <dgm:pt modelId="{3911EB45-3CEF-4D0F-9FC7-ACCE5B80C844}" type="pres">
      <dgm:prSet presAssocID="{BD760E12-DE2D-432A-BFCF-121B50E87D6D}" presName="Name0" presStyleCnt="0">
        <dgm:presLayoutVars>
          <dgm:dir/>
          <dgm:animLvl val="lvl"/>
          <dgm:resizeHandles val="exact"/>
        </dgm:presLayoutVars>
      </dgm:prSet>
      <dgm:spPr/>
    </dgm:pt>
    <dgm:pt modelId="{CD856BDC-5F21-43FB-BC4F-59C680B98A20}" type="pres">
      <dgm:prSet presAssocID="{AC93A34F-A638-4394-A192-A33639AA277C}" presName="linNode" presStyleCnt="0"/>
      <dgm:spPr/>
    </dgm:pt>
    <dgm:pt modelId="{E755B844-7930-4920-AC08-ACE75D102E30}" type="pres">
      <dgm:prSet presAssocID="{AC93A34F-A638-4394-A192-A33639AA277C}" presName="parTx" presStyleLbl="revTx" presStyleIdx="0" presStyleCnt="4">
        <dgm:presLayoutVars>
          <dgm:chMax val="1"/>
          <dgm:bulletEnabled val="1"/>
        </dgm:presLayoutVars>
      </dgm:prSet>
      <dgm:spPr/>
    </dgm:pt>
    <dgm:pt modelId="{95635AC2-DB58-4C00-AE57-9DEA693C74DA}" type="pres">
      <dgm:prSet presAssocID="{AC93A34F-A638-4394-A192-A33639AA277C}" presName="bracket" presStyleLbl="parChTrans1D1" presStyleIdx="0" presStyleCnt="4"/>
      <dgm:spPr/>
    </dgm:pt>
    <dgm:pt modelId="{B7D1B275-A5E2-49BD-A5DD-02E1827AA187}" type="pres">
      <dgm:prSet presAssocID="{AC93A34F-A638-4394-A192-A33639AA277C}" presName="spH" presStyleCnt="0"/>
      <dgm:spPr/>
    </dgm:pt>
    <dgm:pt modelId="{51BC0B85-BEB5-4325-BAEA-B5F58BC9E2CF}" type="pres">
      <dgm:prSet presAssocID="{AC93A34F-A638-4394-A192-A33639AA277C}" presName="desTx" presStyleLbl="node1" presStyleIdx="0" presStyleCnt="4">
        <dgm:presLayoutVars>
          <dgm:bulletEnabled val="1"/>
        </dgm:presLayoutVars>
      </dgm:prSet>
      <dgm:spPr/>
    </dgm:pt>
    <dgm:pt modelId="{8736F162-7079-4451-85BB-1647917A446F}" type="pres">
      <dgm:prSet presAssocID="{B1CDF7B3-535E-46D7-A3C4-7984D063C6D1}" presName="spV" presStyleCnt="0"/>
      <dgm:spPr/>
    </dgm:pt>
    <dgm:pt modelId="{E2D84A15-7395-4915-B10C-9A4638B2EE1E}" type="pres">
      <dgm:prSet presAssocID="{5269CE96-AAD3-44C5-BE15-485A63844839}" presName="linNode" presStyleCnt="0"/>
      <dgm:spPr/>
    </dgm:pt>
    <dgm:pt modelId="{9233214B-AA0C-48AE-A9FC-EF622A98E025}" type="pres">
      <dgm:prSet presAssocID="{5269CE96-AAD3-44C5-BE15-485A63844839}" presName="parTx" presStyleLbl="revTx" presStyleIdx="1" presStyleCnt="4">
        <dgm:presLayoutVars>
          <dgm:chMax val="1"/>
          <dgm:bulletEnabled val="1"/>
        </dgm:presLayoutVars>
      </dgm:prSet>
      <dgm:spPr/>
    </dgm:pt>
    <dgm:pt modelId="{51721316-5674-49EF-BF64-9789DED587ED}" type="pres">
      <dgm:prSet presAssocID="{5269CE96-AAD3-44C5-BE15-485A63844839}" presName="bracket" presStyleLbl="parChTrans1D1" presStyleIdx="1" presStyleCnt="4"/>
      <dgm:spPr/>
    </dgm:pt>
    <dgm:pt modelId="{188E8A03-7D9C-43F1-A72F-79774F7ED258}" type="pres">
      <dgm:prSet presAssocID="{5269CE96-AAD3-44C5-BE15-485A63844839}" presName="spH" presStyleCnt="0"/>
      <dgm:spPr/>
    </dgm:pt>
    <dgm:pt modelId="{C68BEC99-082F-44D8-83E4-9A05EE95A514}" type="pres">
      <dgm:prSet presAssocID="{5269CE96-AAD3-44C5-BE15-485A63844839}" presName="desTx" presStyleLbl="node1" presStyleIdx="1" presStyleCnt="4">
        <dgm:presLayoutVars>
          <dgm:bulletEnabled val="1"/>
        </dgm:presLayoutVars>
      </dgm:prSet>
      <dgm:spPr/>
    </dgm:pt>
    <dgm:pt modelId="{85196953-4D83-478D-8077-393386EBBCE8}" type="pres">
      <dgm:prSet presAssocID="{A317C2CA-3203-49E8-8189-93DF2984121C}" presName="spV" presStyleCnt="0"/>
      <dgm:spPr/>
    </dgm:pt>
    <dgm:pt modelId="{415A4D5E-BBB7-406C-B68B-72D1A5756954}" type="pres">
      <dgm:prSet presAssocID="{E1AAA337-B607-4F22-9E67-5485F5614B95}" presName="linNode" presStyleCnt="0"/>
      <dgm:spPr/>
    </dgm:pt>
    <dgm:pt modelId="{E4FB5BD8-0575-4718-AC04-5AD43501FC32}" type="pres">
      <dgm:prSet presAssocID="{E1AAA337-B607-4F22-9E67-5485F5614B95}" presName="parTx" presStyleLbl="revTx" presStyleIdx="2" presStyleCnt="4">
        <dgm:presLayoutVars>
          <dgm:chMax val="1"/>
          <dgm:bulletEnabled val="1"/>
        </dgm:presLayoutVars>
      </dgm:prSet>
      <dgm:spPr/>
    </dgm:pt>
    <dgm:pt modelId="{113C85E0-C8AE-49C7-B76B-0F08C5E5875F}" type="pres">
      <dgm:prSet presAssocID="{E1AAA337-B607-4F22-9E67-5485F5614B95}" presName="bracket" presStyleLbl="parChTrans1D1" presStyleIdx="2" presStyleCnt="4"/>
      <dgm:spPr/>
    </dgm:pt>
    <dgm:pt modelId="{CE909A57-6EDB-4B92-9D8C-6C7C5D6AAFDD}" type="pres">
      <dgm:prSet presAssocID="{E1AAA337-B607-4F22-9E67-5485F5614B95}" presName="spH" presStyleCnt="0"/>
      <dgm:spPr/>
    </dgm:pt>
    <dgm:pt modelId="{9DE784D5-6810-4FF8-A4F9-5033AD9D2A1A}" type="pres">
      <dgm:prSet presAssocID="{E1AAA337-B607-4F22-9E67-5485F5614B95}" presName="desTx" presStyleLbl="node1" presStyleIdx="2" presStyleCnt="4">
        <dgm:presLayoutVars>
          <dgm:bulletEnabled val="1"/>
        </dgm:presLayoutVars>
      </dgm:prSet>
      <dgm:spPr/>
    </dgm:pt>
    <dgm:pt modelId="{FBCB8AC8-00E4-4A9B-B54F-FECBF8AE8686}" type="pres">
      <dgm:prSet presAssocID="{A5781E02-95D2-43AC-944C-393287E50B76}" presName="spV" presStyleCnt="0"/>
      <dgm:spPr/>
    </dgm:pt>
    <dgm:pt modelId="{F036A922-60DC-470E-BC89-C7E8A92392AF}" type="pres">
      <dgm:prSet presAssocID="{6E023DF8-69C7-4E8D-846A-0D9846C7A64D}" presName="linNode" presStyleCnt="0"/>
      <dgm:spPr/>
    </dgm:pt>
    <dgm:pt modelId="{9FD98287-9898-43B6-AE90-76959DD1FFEA}" type="pres">
      <dgm:prSet presAssocID="{6E023DF8-69C7-4E8D-846A-0D9846C7A64D}" presName="parTx" presStyleLbl="revTx" presStyleIdx="3" presStyleCnt="4">
        <dgm:presLayoutVars>
          <dgm:chMax val="1"/>
          <dgm:bulletEnabled val="1"/>
        </dgm:presLayoutVars>
      </dgm:prSet>
      <dgm:spPr/>
    </dgm:pt>
    <dgm:pt modelId="{BEBB55ED-E44E-4531-9E89-3890BCE34D64}" type="pres">
      <dgm:prSet presAssocID="{6E023DF8-69C7-4E8D-846A-0D9846C7A64D}" presName="bracket" presStyleLbl="parChTrans1D1" presStyleIdx="3" presStyleCnt="4"/>
      <dgm:spPr/>
    </dgm:pt>
    <dgm:pt modelId="{2AFFFF1E-9ABE-498B-BF40-5FB89E672954}" type="pres">
      <dgm:prSet presAssocID="{6E023DF8-69C7-4E8D-846A-0D9846C7A64D}" presName="spH" presStyleCnt="0"/>
      <dgm:spPr/>
    </dgm:pt>
    <dgm:pt modelId="{169EFFE8-EF42-49B7-8E2E-C5B1D5DCCA3D}" type="pres">
      <dgm:prSet presAssocID="{6E023DF8-69C7-4E8D-846A-0D9846C7A64D}" presName="desTx" presStyleLbl="node1" presStyleIdx="3" presStyleCnt="4">
        <dgm:presLayoutVars>
          <dgm:bulletEnabled val="1"/>
        </dgm:presLayoutVars>
      </dgm:prSet>
      <dgm:spPr/>
    </dgm:pt>
  </dgm:ptLst>
  <dgm:cxnLst>
    <dgm:cxn modelId="{37F1B117-D816-49B7-94DD-257845CDC0E2}" srcId="{E1AAA337-B607-4F22-9E67-5485F5614B95}" destId="{0C29E7DB-2345-475E-AEBC-092C1DDB3D1C}" srcOrd="0" destOrd="0" parTransId="{8F949DEC-88FB-43DD-A2C7-21FFED505447}" sibTransId="{961461F5-3427-427E-80F7-C05249CE4A31}"/>
    <dgm:cxn modelId="{D5F40336-376C-4158-8E8E-E9B66F3449D0}" srcId="{AC93A34F-A638-4394-A192-A33639AA277C}" destId="{EFCCA588-1F3D-47A6-AB1C-C4E83E1C38C9}" srcOrd="1" destOrd="0" parTransId="{E46C0957-CD4B-46CE-A9E8-0D80DDD62D2B}" sibTransId="{4F97B4F3-A618-4379-9E0F-D3F63F8D0C07}"/>
    <dgm:cxn modelId="{5571535B-5103-4DBE-8D28-621AA9E31064}" srcId="{BD760E12-DE2D-432A-BFCF-121B50E87D6D}" destId="{AC93A34F-A638-4394-A192-A33639AA277C}" srcOrd="0" destOrd="0" parTransId="{2B24198B-0F14-49E0-8A85-F96552C6C1BE}" sibTransId="{B1CDF7B3-535E-46D7-A3C4-7984D063C6D1}"/>
    <dgm:cxn modelId="{D3332C5D-E236-493E-B80F-AB02089EBD0C}" srcId="{BD760E12-DE2D-432A-BFCF-121B50E87D6D}" destId="{6E023DF8-69C7-4E8D-846A-0D9846C7A64D}" srcOrd="3" destOrd="0" parTransId="{488CBF31-E16B-4586-9B88-4CAB88495A9D}" sibTransId="{9FCD1617-16AE-4A76-B9F7-D2A6EF65B2D7}"/>
    <dgm:cxn modelId="{B9B21F4A-7D89-4652-A5D3-A1D50DA2284F}" type="presOf" srcId="{4E14B3C7-4163-4CD4-AD34-8727518575DF}" destId="{51BC0B85-BEB5-4325-BAEA-B5F58BC9E2CF}" srcOrd="0" destOrd="0" presId="urn:diagrams.loki3.com/BracketList"/>
    <dgm:cxn modelId="{3113094D-5E52-4C72-83C2-E27EF2B40B61}" type="presOf" srcId="{E1AAA337-B607-4F22-9E67-5485F5614B95}" destId="{E4FB5BD8-0575-4718-AC04-5AD43501FC32}" srcOrd="0" destOrd="0" presId="urn:diagrams.loki3.com/BracketList"/>
    <dgm:cxn modelId="{1CD7D053-4462-4ED7-9724-53BF5CF01A91}" type="presOf" srcId="{EFCCA588-1F3D-47A6-AB1C-C4E83E1C38C9}" destId="{51BC0B85-BEB5-4325-BAEA-B5F58BC9E2CF}" srcOrd="0" destOrd="1" presId="urn:diagrams.loki3.com/BracketList"/>
    <dgm:cxn modelId="{15E00275-B9BB-4A04-A205-0A84CDE7EECF}" type="presOf" srcId="{4F801F15-E4FE-43A6-87EC-115B69F0B2D2}" destId="{169EFFE8-EF42-49B7-8E2E-C5B1D5DCCA3D}" srcOrd="0" destOrd="0" presId="urn:diagrams.loki3.com/BracketList"/>
    <dgm:cxn modelId="{39C27E76-2B01-4F2D-A6C8-DE594E0A65C2}" srcId="{BD760E12-DE2D-432A-BFCF-121B50E87D6D}" destId="{E1AAA337-B607-4F22-9E67-5485F5614B95}" srcOrd="2" destOrd="0" parTransId="{9F5F7BDE-4955-4FC4-B512-CBFEFDEC65FD}" sibTransId="{A5781E02-95D2-43AC-944C-393287E50B76}"/>
    <dgm:cxn modelId="{1FE04B78-DBF9-4C86-9216-8FB3964EC576}" type="presOf" srcId="{BD760E12-DE2D-432A-BFCF-121B50E87D6D}" destId="{3911EB45-3CEF-4D0F-9FC7-ACCE5B80C844}" srcOrd="0" destOrd="0" presId="urn:diagrams.loki3.com/BracketList"/>
    <dgm:cxn modelId="{DEFB3979-A84E-43CD-BBB7-210A5FBC8E25}" type="presOf" srcId="{0C29E7DB-2345-475E-AEBC-092C1DDB3D1C}" destId="{9DE784D5-6810-4FF8-A4F9-5033AD9D2A1A}" srcOrd="0" destOrd="0" presId="urn:diagrams.loki3.com/BracketList"/>
    <dgm:cxn modelId="{50986286-1EA4-445A-AAA0-962E840D4FE5}" srcId="{5269CE96-AAD3-44C5-BE15-485A63844839}" destId="{E1D1EED5-6F0D-46F9-84E2-1E88A30EF128}" srcOrd="0" destOrd="0" parTransId="{76FC1327-E253-40B1-94BB-7485FDA146BF}" sibTransId="{52565542-40E9-447C-AF98-C5CD21290756}"/>
    <dgm:cxn modelId="{B2311294-7836-403A-9AFA-ADB2CEB0BE9A}" srcId="{6E023DF8-69C7-4E8D-846A-0D9846C7A64D}" destId="{D30E6A74-9710-4EAC-82E6-C179DC6A2DA2}" srcOrd="1" destOrd="0" parTransId="{A88B5436-D27F-450B-B6A8-FD00F7C8BF93}" sibTransId="{0C823FEE-5B69-4AAE-A259-4E15CF8D7CCC}"/>
    <dgm:cxn modelId="{E54EB69C-574F-4DF3-A315-C2E15B2E1202}" type="presOf" srcId="{5269CE96-AAD3-44C5-BE15-485A63844839}" destId="{9233214B-AA0C-48AE-A9FC-EF622A98E025}" srcOrd="0" destOrd="0" presId="urn:diagrams.loki3.com/BracketList"/>
    <dgm:cxn modelId="{C0E65E9F-4448-4137-837F-522A742EAE4B}" type="presOf" srcId="{6E023DF8-69C7-4E8D-846A-0D9846C7A64D}" destId="{9FD98287-9898-43B6-AE90-76959DD1FFEA}" srcOrd="0" destOrd="0" presId="urn:diagrams.loki3.com/BracketList"/>
    <dgm:cxn modelId="{8B468BA1-2C67-4903-A48D-4EE7A2B4767D}" type="presOf" srcId="{9BFE189C-6090-4B16-8303-16CAFE0FC7C2}" destId="{C68BEC99-082F-44D8-83E4-9A05EE95A514}" srcOrd="0" destOrd="1" presId="urn:diagrams.loki3.com/BracketList"/>
    <dgm:cxn modelId="{027AB0AE-ACAF-421B-B090-7C5E808D5DF4}" type="presOf" srcId="{E1D1EED5-6F0D-46F9-84E2-1E88A30EF128}" destId="{C68BEC99-082F-44D8-83E4-9A05EE95A514}" srcOrd="0" destOrd="0" presId="urn:diagrams.loki3.com/BracketList"/>
    <dgm:cxn modelId="{A8CFF8AF-3724-49E2-A17E-2ED8089B8BC9}" type="presOf" srcId="{3016146B-EA04-40A8-8003-77FC54D96F39}" destId="{9DE784D5-6810-4FF8-A4F9-5033AD9D2A1A}" srcOrd="0" destOrd="1" presId="urn:diagrams.loki3.com/BracketList"/>
    <dgm:cxn modelId="{5A0961B5-69DE-40DA-B847-0B7515F7ED8D}" srcId="{E1AAA337-B607-4F22-9E67-5485F5614B95}" destId="{3016146B-EA04-40A8-8003-77FC54D96F39}" srcOrd="1" destOrd="0" parTransId="{47DCEEC4-A46D-48E6-B6CC-9E147082010B}" sibTransId="{C373A02C-367A-41D1-BEA0-0C79CE2A4D7A}"/>
    <dgm:cxn modelId="{D99603DA-0526-4906-A6BA-99D872819139}" srcId="{BD760E12-DE2D-432A-BFCF-121B50E87D6D}" destId="{5269CE96-AAD3-44C5-BE15-485A63844839}" srcOrd="1" destOrd="0" parTransId="{053F4369-B2F7-4F18-A1AC-F07E5B8B8257}" sibTransId="{A317C2CA-3203-49E8-8189-93DF2984121C}"/>
    <dgm:cxn modelId="{04D5D2E6-1FA0-4E16-824B-33C2CD7B84E9}" srcId="{AC93A34F-A638-4394-A192-A33639AA277C}" destId="{4E14B3C7-4163-4CD4-AD34-8727518575DF}" srcOrd="0" destOrd="0" parTransId="{0B961AD5-CAE6-4A6C-9BC2-02ED30AD5506}" sibTransId="{145770DE-849C-469A-B442-7C712C99576C}"/>
    <dgm:cxn modelId="{1694C9E7-EA60-4782-BCD5-DC669901DDFF}" srcId="{6E023DF8-69C7-4E8D-846A-0D9846C7A64D}" destId="{4F801F15-E4FE-43A6-87EC-115B69F0B2D2}" srcOrd="0" destOrd="0" parTransId="{0CD4D186-15CB-4D29-80C6-F4DD02D86139}" sibTransId="{855903FE-0E86-4D4F-ACBD-C60C34F93646}"/>
    <dgm:cxn modelId="{3A4E64EA-A691-4B35-9114-FC79009CDF68}" srcId="{5269CE96-AAD3-44C5-BE15-485A63844839}" destId="{9BFE189C-6090-4B16-8303-16CAFE0FC7C2}" srcOrd="1" destOrd="0" parTransId="{E2D99ED2-AAF7-4890-8FF1-6A025864161A}" sibTransId="{20A79370-AC57-4BA4-B3A3-AB3C24FC4D64}"/>
    <dgm:cxn modelId="{545150EC-490F-42AA-9271-969158670328}" type="presOf" srcId="{D30E6A74-9710-4EAC-82E6-C179DC6A2DA2}" destId="{169EFFE8-EF42-49B7-8E2E-C5B1D5DCCA3D}" srcOrd="0" destOrd="1" presId="urn:diagrams.loki3.com/BracketList"/>
    <dgm:cxn modelId="{C1A0ABFB-1B08-492E-B583-A972A304C19C}" type="presOf" srcId="{AC93A34F-A638-4394-A192-A33639AA277C}" destId="{E755B844-7930-4920-AC08-ACE75D102E30}" srcOrd="0" destOrd="0" presId="urn:diagrams.loki3.com/BracketList"/>
    <dgm:cxn modelId="{85997771-6A7A-4AEE-B8DA-1A889B38043A}" type="presParOf" srcId="{3911EB45-3CEF-4D0F-9FC7-ACCE5B80C844}" destId="{CD856BDC-5F21-43FB-BC4F-59C680B98A20}" srcOrd="0" destOrd="0" presId="urn:diagrams.loki3.com/BracketList"/>
    <dgm:cxn modelId="{C9CCFDB7-1766-4A71-B78C-F27B0ED22E43}" type="presParOf" srcId="{CD856BDC-5F21-43FB-BC4F-59C680B98A20}" destId="{E755B844-7930-4920-AC08-ACE75D102E30}" srcOrd="0" destOrd="0" presId="urn:diagrams.loki3.com/BracketList"/>
    <dgm:cxn modelId="{D4F849DF-D797-44A7-B1AC-D93436B91F56}" type="presParOf" srcId="{CD856BDC-5F21-43FB-BC4F-59C680B98A20}" destId="{95635AC2-DB58-4C00-AE57-9DEA693C74DA}" srcOrd="1" destOrd="0" presId="urn:diagrams.loki3.com/BracketList"/>
    <dgm:cxn modelId="{8C457D9E-A7F1-4C8D-B7A2-2D2E14E9287F}" type="presParOf" srcId="{CD856BDC-5F21-43FB-BC4F-59C680B98A20}" destId="{B7D1B275-A5E2-49BD-A5DD-02E1827AA187}" srcOrd="2" destOrd="0" presId="urn:diagrams.loki3.com/BracketList"/>
    <dgm:cxn modelId="{C59F2937-8547-4B1D-877A-651C09516A01}" type="presParOf" srcId="{CD856BDC-5F21-43FB-BC4F-59C680B98A20}" destId="{51BC0B85-BEB5-4325-BAEA-B5F58BC9E2CF}" srcOrd="3" destOrd="0" presId="urn:diagrams.loki3.com/BracketList"/>
    <dgm:cxn modelId="{34729C20-2337-4EAF-A386-40A8262CCDA2}" type="presParOf" srcId="{3911EB45-3CEF-4D0F-9FC7-ACCE5B80C844}" destId="{8736F162-7079-4451-85BB-1647917A446F}" srcOrd="1" destOrd="0" presId="urn:diagrams.loki3.com/BracketList"/>
    <dgm:cxn modelId="{E1568B19-D8D6-4CD8-9B81-080BB3F5502A}" type="presParOf" srcId="{3911EB45-3CEF-4D0F-9FC7-ACCE5B80C844}" destId="{E2D84A15-7395-4915-B10C-9A4638B2EE1E}" srcOrd="2" destOrd="0" presId="urn:diagrams.loki3.com/BracketList"/>
    <dgm:cxn modelId="{3A24A606-3FA9-4B2B-AF28-372FB7752BEB}" type="presParOf" srcId="{E2D84A15-7395-4915-B10C-9A4638B2EE1E}" destId="{9233214B-AA0C-48AE-A9FC-EF622A98E025}" srcOrd="0" destOrd="0" presId="urn:diagrams.loki3.com/BracketList"/>
    <dgm:cxn modelId="{DE81DC4B-B61C-46B3-86AE-D413A9D4B05D}" type="presParOf" srcId="{E2D84A15-7395-4915-B10C-9A4638B2EE1E}" destId="{51721316-5674-49EF-BF64-9789DED587ED}" srcOrd="1" destOrd="0" presId="urn:diagrams.loki3.com/BracketList"/>
    <dgm:cxn modelId="{4C65B7F9-FD6A-47BA-BE3F-2EDE88D1DA9B}" type="presParOf" srcId="{E2D84A15-7395-4915-B10C-9A4638B2EE1E}" destId="{188E8A03-7D9C-43F1-A72F-79774F7ED258}" srcOrd="2" destOrd="0" presId="urn:diagrams.loki3.com/BracketList"/>
    <dgm:cxn modelId="{1D50E5EF-4EAB-49E5-A07D-0C9C378009D0}" type="presParOf" srcId="{E2D84A15-7395-4915-B10C-9A4638B2EE1E}" destId="{C68BEC99-082F-44D8-83E4-9A05EE95A514}" srcOrd="3" destOrd="0" presId="urn:diagrams.loki3.com/BracketList"/>
    <dgm:cxn modelId="{27C0974B-0FC5-4673-B6C1-F885CBB0D035}" type="presParOf" srcId="{3911EB45-3CEF-4D0F-9FC7-ACCE5B80C844}" destId="{85196953-4D83-478D-8077-393386EBBCE8}" srcOrd="3" destOrd="0" presId="urn:diagrams.loki3.com/BracketList"/>
    <dgm:cxn modelId="{3738DF57-A391-489D-B81D-945B8CEC432F}" type="presParOf" srcId="{3911EB45-3CEF-4D0F-9FC7-ACCE5B80C844}" destId="{415A4D5E-BBB7-406C-B68B-72D1A5756954}" srcOrd="4" destOrd="0" presId="urn:diagrams.loki3.com/BracketList"/>
    <dgm:cxn modelId="{2F27088D-D6C7-40E5-9AB4-34F760BBFAA1}" type="presParOf" srcId="{415A4D5E-BBB7-406C-B68B-72D1A5756954}" destId="{E4FB5BD8-0575-4718-AC04-5AD43501FC32}" srcOrd="0" destOrd="0" presId="urn:diagrams.loki3.com/BracketList"/>
    <dgm:cxn modelId="{248180C6-2CEB-4D6A-A6B9-707BF1C5402E}" type="presParOf" srcId="{415A4D5E-BBB7-406C-B68B-72D1A5756954}" destId="{113C85E0-C8AE-49C7-B76B-0F08C5E5875F}" srcOrd="1" destOrd="0" presId="urn:diagrams.loki3.com/BracketList"/>
    <dgm:cxn modelId="{9C3D1198-2DD8-4DAD-8F13-67A048B963FA}" type="presParOf" srcId="{415A4D5E-BBB7-406C-B68B-72D1A5756954}" destId="{CE909A57-6EDB-4B92-9D8C-6C7C5D6AAFDD}" srcOrd="2" destOrd="0" presId="urn:diagrams.loki3.com/BracketList"/>
    <dgm:cxn modelId="{AE5E2A47-3A62-4F63-8862-96008DA3EC10}" type="presParOf" srcId="{415A4D5E-BBB7-406C-B68B-72D1A5756954}" destId="{9DE784D5-6810-4FF8-A4F9-5033AD9D2A1A}" srcOrd="3" destOrd="0" presId="urn:diagrams.loki3.com/BracketList"/>
    <dgm:cxn modelId="{DC7BF740-CDE4-4521-8FDD-0C0ECDE22ADB}" type="presParOf" srcId="{3911EB45-3CEF-4D0F-9FC7-ACCE5B80C844}" destId="{FBCB8AC8-00E4-4A9B-B54F-FECBF8AE8686}" srcOrd="5" destOrd="0" presId="urn:diagrams.loki3.com/BracketList"/>
    <dgm:cxn modelId="{688009EA-E489-4D37-A961-C86635CE5EB7}" type="presParOf" srcId="{3911EB45-3CEF-4D0F-9FC7-ACCE5B80C844}" destId="{F036A922-60DC-470E-BC89-C7E8A92392AF}" srcOrd="6" destOrd="0" presId="urn:diagrams.loki3.com/BracketList"/>
    <dgm:cxn modelId="{BFC53EA2-4AD7-4F30-989B-ADC6514084C5}" type="presParOf" srcId="{F036A922-60DC-470E-BC89-C7E8A92392AF}" destId="{9FD98287-9898-43B6-AE90-76959DD1FFEA}" srcOrd="0" destOrd="0" presId="urn:diagrams.loki3.com/BracketList"/>
    <dgm:cxn modelId="{0B5C06EA-C5AC-43EC-B37A-3E96B8DB1D7E}" type="presParOf" srcId="{F036A922-60DC-470E-BC89-C7E8A92392AF}" destId="{BEBB55ED-E44E-4531-9E89-3890BCE34D64}" srcOrd="1" destOrd="0" presId="urn:diagrams.loki3.com/BracketList"/>
    <dgm:cxn modelId="{2CF86C97-65CD-423C-9FE9-9896FF28D2D9}" type="presParOf" srcId="{F036A922-60DC-470E-BC89-C7E8A92392AF}" destId="{2AFFFF1E-9ABE-498B-BF40-5FB89E672954}" srcOrd="2" destOrd="0" presId="urn:diagrams.loki3.com/BracketList"/>
    <dgm:cxn modelId="{BF90A5B8-C605-458D-8C98-D4E6532C5386}" type="presParOf" srcId="{F036A922-60DC-470E-BC89-C7E8A92392AF}" destId="{169EFFE8-EF42-49B7-8E2E-C5B1D5DCCA3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452544-5396-43B6-9995-3B9B3BE1EC6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B6625A4-5F9A-4ED5-8155-5F1AF49548FC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LLM = Language brain</a:t>
          </a:r>
          <a:endParaRPr lang="en-US" sz="2400" dirty="0"/>
        </a:p>
      </dgm:t>
    </dgm:pt>
    <dgm:pt modelId="{794EA084-446E-4CB1-9ECC-DA65995E22AC}" type="parTrans" cxnId="{0E3635E0-1D9C-4CA1-A215-9AA2C7870F54}">
      <dgm:prSet/>
      <dgm:spPr/>
      <dgm:t>
        <a:bodyPr/>
        <a:lstStyle/>
        <a:p>
          <a:endParaRPr lang="en-US"/>
        </a:p>
      </dgm:t>
    </dgm:pt>
    <dgm:pt modelId="{4808C960-EE10-4477-9927-92CA34F20F85}" type="sibTrans" cxnId="{0E3635E0-1D9C-4CA1-A215-9AA2C7870F54}">
      <dgm:prSet/>
      <dgm:spPr/>
      <dgm:t>
        <a:bodyPr/>
        <a:lstStyle/>
        <a:p>
          <a:endParaRPr lang="en-US"/>
        </a:p>
      </dgm:t>
    </dgm:pt>
    <dgm:pt modelId="{D423FC5A-7717-4E13-8AB5-751C38F56DF9}">
      <dgm:prSet custT="1"/>
      <dgm:spPr/>
      <dgm:t>
        <a:bodyPr/>
        <a:lstStyle/>
        <a:p>
          <a:pPr>
            <a:buNone/>
          </a:pPr>
          <a:r>
            <a:rPr lang="en-US" sz="2400" b="1"/>
            <a:t>GenAI = Creator</a:t>
          </a:r>
          <a:endParaRPr lang="en-US" sz="2400" b="1" dirty="0"/>
        </a:p>
      </dgm:t>
    </dgm:pt>
    <dgm:pt modelId="{696CB13F-1BE1-4B98-A10A-0C84E6C3DBAF}" type="parTrans" cxnId="{94267066-3D99-441B-8C86-20D6F724EAD2}">
      <dgm:prSet/>
      <dgm:spPr/>
      <dgm:t>
        <a:bodyPr/>
        <a:lstStyle/>
        <a:p>
          <a:endParaRPr lang="en-US"/>
        </a:p>
      </dgm:t>
    </dgm:pt>
    <dgm:pt modelId="{EF4DB549-42D4-4E38-B002-3FE4B6053421}" type="sibTrans" cxnId="{94267066-3D99-441B-8C86-20D6F724EAD2}">
      <dgm:prSet/>
      <dgm:spPr/>
      <dgm:t>
        <a:bodyPr/>
        <a:lstStyle/>
        <a:p>
          <a:endParaRPr lang="en-US"/>
        </a:p>
      </dgm:t>
    </dgm:pt>
    <dgm:pt modelId="{05AB4CD6-6D59-4128-9BCA-9F84FC17E2A3}">
      <dgm:prSet custT="1"/>
      <dgm:spPr/>
      <dgm:t>
        <a:bodyPr/>
        <a:lstStyle/>
        <a:p>
          <a:pPr>
            <a:buNone/>
          </a:pPr>
          <a:r>
            <a:rPr lang="en-US" sz="2400" b="1" dirty="0"/>
            <a:t>Agentic AI = Doer</a:t>
          </a:r>
        </a:p>
      </dgm:t>
    </dgm:pt>
    <dgm:pt modelId="{4D14592A-E207-41D1-B4A3-DAA7BA2183A1}" type="parTrans" cxnId="{24B69495-D84A-4030-9001-BEE7D7F73E33}">
      <dgm:prSet/>
      <dgm:spPr/>
      <dgm:t>
        <a:bodyPr/>
        <a:lstStyle/>
        <a:p>
          <a:endParaRPr lang="en-US"/>
        </a:p>
      </dgm:t>
    </dgm:pt>
    <dgm:pt modelId="{D95A5B4F-3720-4E12-A952-BA63925CDAFA}" type="sibTrans" cxnId="{24B69495-D84A-4030-9001-BEE7D7F73E33}">
      <dgm:prSet/>
      <dgm:spPr/>
      <dgm:t>
        <a:bodyPr/>
        <a:lstStyle/>
        <a:p>
          <a:endParaRPr lang="en-US"/>
        </a:p>
      </dgm:t>
    </dgm:pt>
    <dgm:pt modelId="{FCBEE7CD-B0B1-46EA-B9A7-C1701BDFFF72}" type="pres">
      <dgm:prSet presAssocID="{70452544-5396-43B6-9995-3B9B3BE1EC68}" presName="diagram" presStyleCnt="0">
        <dgm:presLayoutVars>
          <dgm:dir/>
          <dgm:resizeHandles val="exact"/>
        </dgm:presLayoutVars>
      </dgm:prSet>
      <dgm:spPr/>
    </dgm:pt>
    <dgm:pt modelId="{C61EEE11-DFB4-4CBF-8240-0DBE9310C13C}" type="pres">
      <dgm:prSet presAssocID="{FB6625A4-5F9A-4ED5-8155-5F1AF49548FC}" presName="node" presStyleLbl="node1" presStyleIdx="0" presStyleCnt="3">
        <dgm:presLayoutVars>
          <dgm:bulletEnabled val="1"/>
        </dgm:presLayoutVars>
      </dgm:prSet>
      <dgm:spPr/>
    </dgm:pt>
    <dgm:pt modelId="{23601C8E-0740-42EF-9C65-1FE0753B19B7}" type="pres">
      <dgm:prSet presAssocID="{4808C960-EE10-4477-9927-92CA34F20F85}" presName="sibTrans" presStyleCnt="0"/>
      <dgm:spPr/>
    </dgm:pt>
    <dgm:pt modelId="{420AEC25-2F47-4AF0-9129-8B0D7C2AF648}" type="pres">
      <dgm:prSet presAssocID="{D423FC5A-7717-4E13-8AB5-751C38F56DF9}" presName="node" presStyleLbl="node1" presStyleIdx="1" presStyleCnt="3">
        <dgm:presLayoutVars>
          <dgm:bulletEnabled val="1"/>
        </dgm:presLayoutVars>
      </dgm:prSet>
      <dgm:spPr/>
    </dgm:pt>
    <dgm:pt modelId="{24FDBCA7-FB37-4A05-A7C6-BE85DE83A1A8}" type="pres">
      <dgm:prSet presAssocID="{EF4DB549-42D4-4E38-B002-3FE4B6053421}" presName="sibTrans" presStyleCnt="0"/>
      <dgm:spPr/>
    </dgm:pt>
    <dgm:pt modelId="{E900A54C-F74F-43AE-950F-E74C9DE715E7}" type="pres">
      <dgm:prSet presAssocID="{05AB4CD6-6D59-4128-9BCA-9F84FC17E2A3}" presName="node" presStyleLbl="node1" presStyleIdx="2" presStyleCnt="3">
        <dgm:presLayoutVars>
          <dgm:bulletEnabled val="1"/>
        </dgm:presLayoutVars>
      </dgm:prSet>
      <dgm:spPr/>
    </dgm:pt>
  </dgm:ptLst>
  <dgm:cxnLst>
    <dgm:cxn modelId="{94267066-3D99-441B-8C86-20D6F724EAD2}" srcId="{70452544-5396-43B6-9995-3B9B3BE1EC68}" destId="{D423FC5A-7717-4E13-8AB5-751C38F56DF9}" srcOrd="1" destOrd="0" parTransId="{696CB13F-1BE1-4B98-A10A-0C84E6C3DBAF}" sibTransId="{EF4DB549-42D4-4E38-B002-3FE4B6053421}"/>
    <dgm:cxn modelId="{50B26A6D-5E17-4782-AFCE-5206A4E5CDC8}" type="presOf" srcId="{D423FC5A-7717-4E13-8AB5-751C38F56DF9}" destId="{420AEC25-2F47-4AF0-9129-8B0D7C2AF648}" srcOrd="0" destOrd="0" presId="urn:microsoft.com/office/officeart/2005/8/layout/default"/>
    <dgm:cxn modelId="{18E2A08E-69D7-4FEA-BAD8-678B2744C4C1}" type="presOf" srcId="{05AB4CD6-6D59-4128-9BCA-9F84FC17E2A3}" destId="{E900A54C-F74F-43AE-950F-E74C9DE715E7}" srcOrd="0" destOrd="0" presId="urn:microsoft.com/office/officeart/2005/8/layout/default"/>
    <dgm:cxn modelId="{24B69495-D84A-4030-9001-BEE7D7F73E33}" srcId="{70452544-5396-43B6-9995-3B9B3BE1EC68}" destId="{05AB4CD6-6D59-4128-9BCA-9F84FC17E2A3}" srcOrd="2" destOrd="0" parTransId="{4D14592A-E207-41D1-B4A3-DAA7BA2183A1}" sibTransId="{D95A5B4F-3720-4E12-A952-BA63925CDAFA}"/>
    <dgm:cxn modelId="{64D67AB1-7E84-4954-9B29-D28022A479C3}" type="presOf" srcId="{70452544-5396-43B6-9995-3B9B3BE1EC68}" destId="{FCBEE7CD-B0B1-46EA-B9A7-C1701BDFFF72}" srcOrd="0" destOrd="0" presId="urn:microsoft.com/office/officeart/2005/8/layout/default"/>
    <dgm:cxn modelId="{0E3635E0-1D9C-4CA1-A215-9AA2C7870F54}" srcId="{70452544-5396-43B6-9995-3B9B3BE1EC68}" destId="{FB6625A4-5F9A-4ED5-8155-5F1AF49548FC}" srcOrd="0" destOrd="0" parTransId="{794EA084-446E-4CB1-9ECC-DA65995E22AC}" sibTransId="{4808C960-EE10-4477-9927-92CA34F20F85}"/>
    <dgm:cxn modelId="{0BA0D6EE-9B39-4C59-8C0F-662767286076}" type="presOf" srcId="{FB6625A4-5F9A-4ED5-8155-5F1AF49548FC}" destId="{C61EEE11-DFB4-4CBF-8240-0DBE9310C13C}" srcOrd="0" destOrd="0" presId="urn:microsoft.com/office/officeart/2005/8/layout/default"/>
    <dgm:cxn modelId="{7E40CBDF-ABF1-40E2-BD50-D61125BF19D6}" type="presParOf" srcId="{FCBEE7CD-B0B1-46EA-B9A7-C1701BDFFF72}" destId="{C61EEE11-DFB4-4CBF-8240-0DBE9310C13C}" srcOrd="0" destOrd="0" presId="urn:microsoft.com/office/officeart/2005/8/layout/default"/>
    <dgm:cxn modelId="{0272CE01-D1D7-4604-AF61-386E5912A565}" type="presParOf" srcId="{FCBEE7CD-B0B1-46EA-B9A7-C1701BDFFF72}" destId="{23601C8E-0740-42EF-9C65-1FE0753B19B7}" srcOrd="1" destOrd="0" presId="urn:microsoft.com/office/officeart/2005/8/layout/default"/>
    <dgm:cxn modelId="{DD9E3EB8-2356-4190-BF2A-68DDE915D8AF}" type="presParOf" srcId="{FCBEE7CD-B0B1-46EA-B9A7-C1701BDFFF72}" destId="{420AEC25-2F47-4AF0-9129-8B0D7C2AF648}" srcOrd="2" destOrd="0" presId="urn:microsoft.com/office/officeart/2005/8/layout/default"/>
    <dgm:cxn modelId="{EED56567-BD64-4118-86C6-B2990004F004}" type="presParOf" srcId="{FCBEE7CD-B0B1-46EA-B9A7-C1701BDFFF72}" destId="{24FDBCA7-FB37-4A05-A7C6-BE85DE83A1A8}" srcOrd="3" destOrd="0" presId="urn:microsoft.com/office/officeart/2005/8/layout/default"/>
    <dgm:cxn modelId="{46C6F987-3D5D-48B1-B365-3FF1378F7DDC}" type="presParOf" srcId="{FCBEE7CD-B0B1-46EA-B9A7-C1701BDFFF72}" destId="{E900A54C-F74F-43AE-950F-E74C9DE715E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720FFE-CC81-4FAC-B900-A135B5088E28}" type="doc">
      <dgm:prSet loTypeId="urn:microsoft.com/office/officeart/2005/8/layout/vList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106B199-42E4-498F-B0C6-FF37B1F5E28D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🖼️ </a:t>
          </a:r>
          <a:r>
            <a:rPr lang="en-US" sz="2000" b="1" dirty="0" err="1"/>
            <a:t>Streamlit</a:t>
          </a:r>
          <a:r>
            <a:rPr lang="en-US" sz="2000" b="1" dirty="0"/>
            <a:t> – UI Layer</a:t>
          </a:r>
          <a:endParaRPr lang="en-US" sz="2000" dirty="0"/>
        </a:p>
      </dgm:t>
    </dgm:pt>
    <dgm:pt modelId="{C60D52BA-3BE3-4716-BA54-5902FC9E62DB}" type="parTrans" cxnId="{FEA1E148-33A8-429F-BBE4-5BEAE62CE95C}">
      <dgm:prSet/>
      <dgm:spPr/>
      <dgm:t>
        <a:bodyPr/>
        <a:lstStyle/>
        <a:p>
          <a:endParaRPr lang="en-US"/>
        </a:p>
      </dgm:t>
    </dgm:pt>
    <dgm:pt modelId="{8687570A-09B5-4115-9846-55473A2531A9}" type="sibTrans" cxnId="{FEA1E148-33A8-429F-BBE4-5BEAE62CE95C}">
      <dgm:prSet/>
      <dgm:spPr/>
      <dgm:t>
        <a:bodyPr/>
        <a:lstStyle/>
        <a:p>
          <a:endParaRPr lang="en-US"/>
        </a:p>
      </dgm:t>
    </dgm:pt>
    <dgm:pt modelId="{9F622893-00E4-4A34-85AC-8710BFC3890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Uploads user stories and displays test outputs</a:t>
          </a:r>
        </a:p>
      </dgm:t>
    </dgm:pt>
    <dgm:pt modelId="{98882C6F-221A-4BA3-A98F-C5D91DECF91C}" type="parTrans" cxnId="{E24797B6-F701-4BB8-93D2-EC1B6D5A9BEA}">
      <dgm:prSet/>
      <dgm:spPr/>
      <dgm:t>
        <a:bodyPr/>
        <a:lstStyle/>
        <a:p>
          <a:endParaRPr lang="en-US"/>
        </a:p>
      </dgm:t>
    </dgm:pt>
    <dgm:pt modelId="{90F2AE17-4C77-4803-9CF1-F200527199D3}" type="sibTrans" cxnId="{E24797B6-F701-4BB8-93D2-EC1B6D5A9BEA}">
      <dgm:prSet/>
      <dgm:spPr/>
      <dgm:t>
        <a:bodyPr/>
        <a:lstStyle/>
        <a:p>
          <a:endParaRPr lang="en-US"/>
        </a:p>
      </dgm:t>
    </dgm:pt>
    <dgm:pt modelId="{A6C47345-3BDC-4FD2-B9AE-63C88E2A197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Enables quick feedback loop from users</a:t>
          </a:r>
        </a:p>
      </dgm:t>
    </dgm:pt>
    <dgm:pt modelId="{A1D08E4B-D2B9-4619-9CE5-E4AFB443439B}" type="parTrans" cxnId="{E107B981-38AB-4C21-B2B3-771E5BD4F81C}">
      <dgm:prSet/>
      <dgm:spPr/>
      <dgm:t>
        <a:bodyPr/>
        <a:lstStyle/>
        <a:p>
          <a:endParaRPr lang="en-US"/>
        </a:p>
      </dgm:t>
    </dgm:pt>
    <dgm:pt modelId="{85ED0333-FE09-43FC-B426-26D9B342AF6B}" type="sibTrans" cxnId="{E107B981-38AB-4C21-B2B3-771E5BD4F81C}">
      <dgm:prSet/>
      <dgm:spPr/>
      <dgm:t>
        <a:bodyPr/>
        <a:lstStyle/>
        <a:p>
          <a:endParaRPr lang="en-US"/>
        </a:p>
      </dgm:t>
    </dgm:pt>
    <dgm:pt modelId="{FCAFD04E-C1B0-4716-8914-329439437AAE}">
      <dgm:prSet custT="1"/>
      <dgm:spPr/>
      <dgm:t>
        <a:bodyPr/>
        <a:lstStyle/>
        <a:p>
          <a:pPr>
            <a:buNone/>
          </a:pPr>
          <a:r>
            <a:rPr lang="en-US" sz="2000" b="1" dirty="0"/>
            <a:t>🧠 Prompt Engineering + RAG</a:t>
          </a:r>
        </a:p>
      </dgm:t>
    </dgm:pt>
    <dgm:pt modelId="{E3568D5E-2D2B-4221-B056-03A8100D2A84}" type="parTrans" cxnId="{F4AF7C27-045E-4150-8B3C-2F498A204BC1}">
      <dgm:prSet/>
      <dgm:spPr/>
      <dgm:t>
        <a:bodyPr/>
        <a:lstStyle/>
        <a:p>
          <a:endParaRPr lang="en-US"/>
        </a:p>
      </dgm:t>
    </dgm:pt>
    <dgm:pt modelId="{60AC1426-BE78-4CF6-BCC0-227519AFEC68}" type="sibTrans" cxnId="{F4AF7C27-045E-4150-8B3C-2F498A204BC1}">
      <dgm:prSet/>
      <dgm:spPr/>
      <dgm:t>
        <a:bodyPr/>
        <a:lstStyle/>
        <a:p>
          <a:endParaRPr lang="en-US"/>
        </a:p>
      </dgm:t>
    </dgm:pt>
    <dgm:pt modelId="{20ABB37E-D30C-4287-A9A5-4696F0324CA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Crafts structured prompts for LLM</a:t>
          </a:r>
        </a:p>
      </dgm:t>
    </dgm:pt>
    <dgm:pt modelId="{7D6C2114-9DF5-4657-921F-094CDDFD2A30}" type="parTrans" cxnId="{E095A977-3CC2-4090-BF70-88800A508CD9}">
      <dgm:prSet/>
      <dgm:spPr/>
      <dgm:t>
        <a:bodyPr/>
        <a:lstStyle/>
        <a:p>
          <a:endParaRPr lang="en-US"/>
        </a:p>
      </dgm:t>
    </dgm:pt>
    <dgm:pt modelId="{960AE661-C2E4-486E-B202-0FF6B6A8F7A7}" type="sibTrans" cxnId="{E095A977-3CC2-4090-BF70-88800A508CD9}">
      <dgm:prSet/>
      <dgm:spPr/>
      <dgm:t>
        <a:bodyPr/>
        <a:lstStyle/>
        <a:p>
          <a:endParaRPr lang="en-US"/>
        </a:p>
      </dgm:t>
    </dgm:pt>
    <dgm:pt modelId="{5CBF99CC-66C7-491B-827C-1C8F2020473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Retrieves past context to improve accuracy</a:t>
          </a:r>
        </a:p>
      </dgm:t>
    </dgm:pt>
    <dgm:pt modelId="{1E33AD46-D683-47A8-B0EC-467A6536DB14}" type="parTrans" cxnId="{0DFD8202-D946-4320-A351-A44173D29EC8}">
      <dgm:prSet/>
      <dgm:spPr/>
      <dgm:t>
        <a:bodyPr/>
        <a:lstStyle/>
        <a:p>
          <a:endParaRPr lang="en-US"/>
        </a:p>
      </dgm:t>
    </dgm:pt>
    <dgm:pt modelId="{DFA90CA2-D7AB-462B-9A2E-2FB5B11E9F12}" type="sibTrans" cxnId="{0DFD8202-D946-4320-A351-A44173D29EC8}">
      <dgm:prSet/>
      <dgm:spPr/>
      <dgm:t>
        <a:bodyPr/>
        <a:lstStyle/>
        <a:p>
          <a:endParaRPr lang="en-US"/>
        </a:p>
      </dgm:t>
    </dgm:pt>
    <dgm:pt modelId="{E4718B2D-7F9E-40FF-B84E-77C6C5314EC2}">
      <dgm:prSet custT="1"/>
      <dgm:spPr/>
      <dgm:t>
        <a:bodyPr/>
        <a:lstStyle/>
        <a:p>
          <a:pPr>
            <a:buNone/>
          </a:pPr>
          <a:r>
            <a:rPr lang="en-US" sz="2000" b="1" dirty="0"/>
            <a:t>🧩Pinecone -Vector DB </a:t>
          </a:r>
        </a:p>
      </dgm:t>
    </dgm:pt>
    <dgm:pt modelId="{A7FEAD77-5716-475F-A962-E6A77BAEB7B6}" type="parTrans" cxnId="{E8E17BCF-1C7A-4046-A0E6-013A2515AE3E}">
      <dgm:prSet/>
      <dgm:spPr/>
      <dgm:t>
        <a:bodyPr/>
        <a:lstStyle/>
        <a:p>
          <a:endParaRPr lang="en-US"/>
        </a:p>
      </dgm:t>
    </dgm:pt>
    <dgm:pt modelId="{4B7D884C-9F0A-4464-B83E-D82F6AF3C4A3}" type="sibTrans" cxnId="{E8E17BCF-1C7A-4046-A0E6-013A2515AE3E}">
      <dgm:prSet/>
      <dgm:spPr/>
      <dgm:t>
        <a:bodyPr/>
        <a:lstStyle/>
        <a:p>
          <a:endParaRPr lang="en-US"/>
        </a:p>
      </dgm:t>
    </dgm:pt>
    <dgm:pt modelId="{42A088C2-E8FE-4E3E-8EE4-4DA2846C86F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Stores semantic feedback and test cases</a:t>
          </a:r>
        </a:p>
      </dgm:t>
    </dgm:pt>
    <dgm:pt modelId="{857F3D45-16B7-4707-AC39-723F8C794E62}" type="parTrans" cxnId="{4A7706B4-00B6-4E74-A1A3-BFB08FE0CBD6}">
      <dgm:prSet/>
      <dgm:spPr/>
      <dgm:t>
        <a:bodyPr/>
        <a:lstStyle/>
        <a:p>
          <a:endParaRPr lang="en-US"/>
        </a:p>
      </dgm:t>
    </dgm:pt>
    <dgm:pt modelId="{2A29D9D8-A2CA-4311-8167-FA31EB371EB7}" type="sibTrans" cxnId="{4A7706B4-00B6-4E74-A1A3-BFB08FE0CBD6}">
      <dgm:prSet/>
      <dgm:spPr/>
      <dgm:t>
        <a:bodyPr/>
        <a:lstStyle/>
        <a:p>
          <a:endParaRPr lang="en-US"/>
        </a:p>
      </dgm:t>
    </dgm:pt>
    <dgm:pt modelId="{EC2CAFA0-3E49-44D2-B02C-07AE7DADF41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Enables fast, relevant memory retrieval</a:t>
          </a:r>
        </a:p>
      </dgm:t>
    </dgm:pt>
    <dgm:pt modelId="{D4487755-E395-45F6-950F-3BA24F0DDD8F}" type="parTrans" cxnId="{3BFB854C-DD5A-4C50-9128-6EEB5EBF8BD8}">
      <dgm:prSet/>
      <dgm:spPr/>
      <dgm:t>
        <a:bodyPr/>
        <a:lstStyle/>
        <a:p>
          <a:endParaRPr lang="en-US"/>
        </a:p>
      </dgm:t>
    </dgm:pt>
    <dgm:pt modelId="{4DB0B3A1-FF5E-407B-ACB4-05ECD2266639}" type="sibTrans" cxnId="{3BFB854C-DD5A-4C50-9128-6EEB5EBF8BD8}">
      <dgm:prSet/>
      <dgm:spPr/>
      <dgm:t>
        <a:bodyPr/>
        <a:lstStyle/>
        <a:p>
          <a:endParaRPr lang="en-US"/>
        </a:p>
      </dgm:t>
    </dgm:pt>
    <dgm:pt modelId="{9DF52F8D-1E15-445C-AAF9-7040054677ED}">
      <dgm:prSet custT="1"/>
      <dgm:spPr/>
      <dgm:t>
        <a:bodyPr/>
        <a:lstStyle/>
        <a:p>
          <a:pPr>
            <a:buNone/>
          </a:pPr>
          <a:r>
            <a:rPr lang="it-IT" sz="2000" b="1" dirty="0"/>
            <a:t>🔮 Gemini 1.5 Pro - LLM</a:t>
          </a:r>
        </a:p>
      </dgm:t>
    </dgm:pt>
    <dgm:pt modelId="{5AE3167E-51A3-43AF-B76B-75961FB87B45}" type="parTrans" cxnId="{05007025-6A49-4B16-8BFD-22D353DF4FC3}">
      <dgm:prSet/>
      <dgm:spPr/>
      <dgm:t>
        <a:bodyPr/>
        <a:lstStyle/>
        <a:p>
          <a:endParaRPr lang="en-US"/>
        </a:p>
      </dgm:t>
    </dgm:pt>
    <dgm:pt modelId="{9A5058B9-A987-4737-8A14-C2C240095834}" type="sibTrans" cxnId="{05007025-6A49-4B16-8BFD-22D353DF4FC3}">
      <dgm:prSet/>
      <dgm:spPr/>
      <dgm:t>
        <a:bodyPr/>
        <a:lstStyle/>
        <a:p>
          <a:endParaRPr lang="en-US"/>
        </a:p>
      </dgm:t>
    </dgm:pt>
    <dgm:pt modelId="{ED22B529-3889-401F-9342-A5E58611CD9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Understands and generates test cases</a:t>
          </a:r>
        </a:p>
      </dgm:t>
    </dgm:pt>
    <dgm:pt modelId="{34B991C3-285D-4B67-AB5E-F062C406D7AE}" type="parTrans" cxnId="{8CA2F813-F32C-443A-96E8-00CE0D63097B}">
      <dgm:prSet/>
      <dgm:spPr/>
      <dgm:t>
        <a:bodyPr/>
        <a:lstStyle/>
        <a:p>
          <a:endParaRPr lang="en-US"/>
        </a:p>
      </dgm:t>
    </dgm:pt>
    <dgm:pt modelId="{97C85F9A-E893-48D4-9ADC-473906799AA6}" type="sibTrans" cxnId="{8CA2F813-F32C-443A-96E8-00CE0D63097B}">
      <dgm:prSet/>
      <dgm:spPr/>
      <dgm:t>
        <a:bodyPr/>
        <a:lstStyle/>
        <a:p>
          <a:endParaRPr lang="en-US"/>
        </a:p>
      </dgm:t>
    </dgm:pt>
    <dgm:pt modelId="{DD11D844-0960-4072-8960-A7CCBF378C1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Handles structured, context-rich input</a:t>
          </a:r>
        </a:p>
      </dgm:t>
    </dgm:pt>
    <dgm:pt modelId="{95FCF456-EA89-4F0A-A337-0187B02370BA}" type="parTrans" cxnId="{7614E7E6-D43B-4A7A-917D-681F9721A582}">
      <dgm:prSet/>
      <dgm:spPr/>
      <dgm:t>
        <a:bodyPr/>
        <a:lstStyle/>
        <a:p>
          <a:endParaRPr lang="en-US"/>
        </a:p>
      </dgm:t>
    </dgm:pt>
    <dgm:pt modelId="{9666A60C-037E-4426-A9B1-6A79FDE749F7}" type="sibTrans" cxnId="{7614E7E6-D43B-4A7A-917D-681F9721A582}">
      <dgm:prSet/>
      <dgm:spPr/>
      <dgm:t>
        <a:bodyPr/>
        <a:lstStyle/>
        <a:p>
          <a:endParaRPr lang="en-US"/>
        </a:p>
      </dgm:t>
    </dgm:pt>
    <dgm:pt modelId="{557A480A-41E3-4AD6-A7C1-E628891982BE}">
      <dgm:prSet custT="1"/>
      <dgm:spPr/>
      <dgm:t>
        <a:bodyPr/>
        <a:lstStyle/>
        <a:p>
          <a:pPr>
            <a:buNone/>
          </a:pPr>
          <a:r>
            <a:rPr lang="en-US" sz="2000" b="1" dirty="0"/>
            <a:t>🤖 </a:t>
          </a:r>
          <a:r>
            <a:rPr lang="en-US" sz="2000" b="1" dirty="0" err="1"/>
            <a:t>LangChain</a:t>
          </a:r>
          <a:r>
            <a:rPr lang="en-US" sz="2000" b="1" dirty="0"/>
            <a:t> – Agentic Framework</a:t>
          </a:r>
        </a:p>
      </dgm:t>
    </dgm:pt>
    <dgm:pt modelId="{2522160E-A2A7-4376-B5BC-5F92DBA96754}" type="parTrans" cxnId="{E63DFCEF-AD03-452B-A6C3-6675FD65D722}">
      <dgm:prSet/>
      <dgm:spPr/>
      <dgm:t>
        <a:bodyPr/>
        <a:lstStyle/>
        <a:p>
          <a:endParaRPr lang="en-US"/>
        </a:p>
      </dgm:t>
    </dgm:pt>
    <dgm:pt modelId="{637AFAA5-2B1E-4430-8D30-B6FC74064FA1}" type="sibTrans" cxnId="{E63DFCEF-AD03-452B-A6C3-6675FD65D722}">
      <dgm:prSet/>
      <dgm:spPr/>
      <dgm:t>
        <a:bodyPr/>
        <a:lstStyle/>
        <a:p>
          <a:endParaRPr lang="en-US"/>
        </a:p>
      </dgm:t>
    </dgm:pt>
    <dgm:pt modelId="{37568E5C-A554-406D-B5AA-F56F7E08E28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Orchestrates LLM, tools, and memory</a:t>
          </a:r>
        </a:p>
      </dgm:t>
    </dgm:pt>
    <dgm:pt modelId="{4544C74E-BF4A-4874-B6B5-F86582D378C8}" type="parTrans" cxnId="{B485AAF7-FB18-4373-9F44-FE416613E510}">
      <dgm:prSet/>
      <dgm:spPr/>
      <dgm:t>
        <a:bodyPr/>
        <a:lstStyle/>
        <a:p>
          <a:endParaRPr lang="en-US"/>
        </a:p>
      </dgm:t>
    </dgm:pt>
    <dgm:pt modelId="{B130732E-2C6B-4FEC-ACB4-7EFBF52355E5}" type="sibTrans" cxnId="{B485AAF7-FB18-4373-9F44-FE416613E510}">
      <dgm:prSet/>
      <dgm:spPr/>
      <dgm:t>
        <a:bodyPr/>
        <a:lstStyle/>
        <a:p>
          <a:endParaRPr lang="en-US"/>
        </a:p>
      </dgm:t>
    </dgm:pt>
    <dgm:pt modelId="{264ECF17-A04B-43BB-9E37-61A470992CC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Supports multi-step reasoning and feedback</a:t>
          </a:r>
        </a:p>
      </dgm:t>
    </dgm:pt>
    <dgm:pt modelId="{74AC2699-68DB-4A3C-806B-EFB956A87DC9}" type="parTrans" cxnId="{A341FA3C-6779-48D7-9BB5-38740F5E3A3C}">
      <dgm:prSet/>
      <dgm:spPr/>
      <dgm:t>
        <a:bodyPr/>
        <a:lstStyle/>
        <a:p>
          <a:endParaRPr lang="en-US"/>
        </a:p>
      </dgm:t>
    </dgm:pt>
    <dgm:pt modelId="{45A23075-B28C-44FE-BA90-7D4EBD00A4B2}" type="sibTrans" cxnId="{A341FA3C-6779-48D7-9BB5-38740F5E3A3C}">
      <dgm:prSet/>
      <dgm:spPr/>
      <dgm:t>
        <a:bodyPr/>
        <a:lstStyle/>
        <a:p>
          <a:endParaRPr lang="en-US"/>
        </a:p>
      </dgm:t>
    </dgm:pt>
    <dgm:pt modelId="{BEEC131A-72FB-4C20-9AA3-48224E1672DF}" type="pres">
      <dgm:prSet presAssocID="{8F720FFE-CC81-4FAC-B900-A135B5088E28}" presName="Name0" presStyleCnt="0">
        <dgm:presLayoutVars>
          <dgm:dir/>
          <dgm:animLvl val="lvl"/>
          <dgm:resizeHandles val="exact"/>
        </dgm:presLayoutVars>
      </dgm:prSet>
      <dgm:spPr/>
    </dgm:pt>
    <dgm:pt modelId="{5848FC86-A788-47B9-BCC0-39CA3EB2AB97}" type="pres">
      <dgm:prSet presAssocID="{5106B199-42E4-498F-B0C6-FF37B1F5E28D}" presName="linNode" presStyleCnt="0"/>
      <dgm:spPr/>
    </dgm:pt>
    <dgm:pt modelId="{7D47C56B-578B-426A-9492-0BE673CDB7A3}" type="pres">
      <dgm:prSet presAssocID="{5106B199-42E4-498F-B0C6-FF37B1F5E28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55F23EF-AE95-4042-B972-3E12D777E951}" type="pres">
      <dgm:prSet presAssocID="{5106B199-42E4-498F-B0C6-FF37B1F5E28D}" presName="descendantText" presStyleLbl="alignAccFollowNode1" presStyleIdx="0" presStyleCnt="5">
        <dgm:presLayoutVars>
          <dgm:bulletEnabled val="1"/>
        </dgm:presLayoutVars>
      </dgm:prSet>
      <dgm:spPr/>
    </dgm:pt>
    <dgm:pt modelId="{762C1576-A2B9-4989-85D1-5D867B548101}" type="pres">
      <dgm:prSet presAssocID="{8687570A-09B5-4115-9846-55473A2531A9}" presName="sp" presStyleCnt="0"/>
      <dgm:spPr/>
    </dgm:pt>
    <dgm:pt modelId="{2A361DC1-C4BF-439D-BA3C-6A6C12B155AC}" type="pres">
      <dgm:prSet presAssocID="{FCAFD04E-C1B0-4716-8914-329439437AAE}" presName="linNode" presStyleCnt="0"/>
      <dgm:spPr/>
    </dgm:pt>
    <dgm:pt modelId="{A00F4F86-AF2A-4FCE-A388-F12AF1F8D1EE}" type="pres">
      <dgm:prSet presAssocID="{FCAFD04E-C1B0-4716-8914-329439437AAE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C395CC2-1427-484A-A4BC-E11274C29344}" type="pres">
      <dgm:prSet presAssocID="{FCAFD04E-C1B0-4716-8914-329439437AAE}" presName="descendantText" presStyleLbl="alignAccFollowNode1" presStyleIdx="1" presStyleCnt="5">
        <dgm:presLayoutVars>
          <dgm:bulletEnabled val="1"/>
        </dgm:presLayoutVars>
      </dgm:prSet>
      <dgm:spPr/>
    </dgm:pt>
    <dgm:pt modelId="{DECC8A20-3E8B-42F1-B63B-ECF0B6DCAC87}" type="pres">
      <dgm:prSet presAssocID="{60AC1426-BE78-4CF6-BCC0-227519AFEC68}" presName="sp" presStyleCnt="0"/>
      <dgm:spPr/>
    </dgm:pt>
    <dgm:pt modelId="{A157DA03-69DC-4426-A653-B20280DC3F35}" type="pres">
      <dgm:prSet presAssocID="{E4718B2D-7F9E-40FF-B84E-77C6C5314EC2}" presName="linNode" presStyleCnt="0"/>
      <dgm:spPr/>
    </dgm:pt>
    <dgm:pt modelId="{579C6736-9487-4721-AD7A-5465C313E8D1}" type="pres">
      <dgm:prSet presAssocID="{E4718B2D-7F9E-40FF-B84E-77C6C5314EC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C2EE8786-D925-4782-BA3E-EC5E95E63D7E}" type="pres">
      <dgm:prSet presAssocID="{E4718B2D-7F9E-40FF-B84E-77C6C5314EC2}" presName="descendantText" presStyleLbl="alignAccFollowNode1" presStyleIdx="2" presStyleCnt="5">
        <dgm:presLayoutVars>
          <dgm:bulletEnabled val="1"/>
        </dgm:presLayoutVars>
      </dgm:prSet>
      <dgm:spPr/>
    </dgm:pt>
    <dgm:pt modelId="{B38AF421-67B3-405F-A472-D432E6468BAF}" type="pres">
      <dgm:prSet presAssocID="{4B7D884C-9F0A-4464-B83E-D82F6AF3C4A3}" presName="sp" presStyleCnt="0"/>
      <dgm:spPr/>
    </dgm:pt>
    <dgm:pt modelId="{8A288A56-59C7-409F-92BD-B2F5E8038311}" type="pres">
      <dgm:prSet presAssocID="{9DF52F8D-1E15-445C-AAF9-7040054677ED}" presName="linNode" presStyleCnt="0"/>
      <dgm:spPr/>
    </dgm:pt>
    <dgm:pt modelId="{7453D4EB-F99B-4CC0-98D2-66F394E40996}" type="pres">
      <dgm:prSet presAssocID="{9DF52F8D-1E15-445C-AAF9-7040054677E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10021A7-2064-4BC0-A46E-D01C281CD8D6}" type="pres">
      <dgm:prSet presAssocID="{9DF52F8D-1E15-445C-AAF9-7040054677ED}" presName="descendantText" presStyleLbl="alignAccFollowNode1" presStyleIdx="3" presStyleCnt="5">
        <dgm:presLayoutVars>
          <dgm:bulletEnabled val="1"/>
        </dgm:presLayoutVars>
      </dgm:prSet>
      <dgm:spPr/>
    </dgm:pt>
    <dgm:pt modelId="{BD9F2634-25B6-4CD6-9690-A78E15E6760F}" type="pres">
      <dgm:prSet presAssocID="{9A5058B9-A987-4737-8A14-C2C240095834}" presName="sp" presStyleCnt="0"/>
      <dgm:spPr/>
    </dgm:pt>
    <dgm:pt modelId="{7CBA87B3-7812-48D5-BA96-4A32DBDDB569}" type="pres">
      <dgm:prSet presAssocID="{557A480A-41E3-4AD6-A7C1-E628891982BE}" presName="linNode" presStyleCnt="0"/>
      <dgm:spPr/>
    </dgm:pt>
    <dgm:pt modelId="{B590E35E-C2E6-41F0-A1FA-92CF3E3E6D65}" type="pres">
      <dgm:prSet presAssocID="{557A480A-41E3-4AD6-A7C1-E628891982BE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0FA97544-78EC-4084-AA7E-B083E87CFE73}" type="pres">
      <dgm:prSet presAssocID="{557A480A-41E3-4AD6-A7C1-E628891982BE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0DFD8202-D946-4320-A351-A44173D29EC8}" srcId="{FCAFD04E-C1B0-4716-8914-329439437AAE}" destId="{5CBF99CC-66C7-491B-827C-1C8F2020473B}" srcOrd="1" destOrd="0" parTransId="{1E33AD46-D683-47A8-B0EC-467A6536DB14}" sibTransId="{DFA90CA2-D7AB-462B-9A2E-2FB5B11E9F12}"/>
    <dgm:cxn modelId="{8CA2F813-F32C-443A-96E8-00CE0D63097B}" srcId="{9DF52F8D-1E15-445C-AAF9-7040054677ED}" destId="{ED22B529-3889-401F-9342-A5E58611CD9D}" srcOrd="0" destOrd="0" parTransId="{34B991C3-285D-4B67-AB5E-F062C406D7AE}" sibTransId="{97C85F9A-E893-48D4-9ADC-473906799AA6}"/>
    <dgm:cxn modelId="{C3577F1E-EC04-4C47-81C7-15F8A9CB4D3E}" type="presOf" srcId="{264ECF17-A04B-43BB-9E37-61A470992CC3}" destId="{0FA97544-78EC-4084-AA7E-B083E87CFE73}" srcOrd="0" destOrd="1" presId="urn:microsoft.com/office/officeart/2005/8/layout/vList5"/>
    <dgm:cxn modelId="{0D38C522-65AB-4043-B15A-2389B16F09C0}" type="presOf" srcId="{557A480A-41E3-4AD6-A7C1-E628891982BE}" destId="{B590E35E-C2E6-41F0-A1FA-92CF3E3E6D65}" srcOrd="0" destOrd="0" presId="urn:microsoft.com/office/officeart/2005/8/layout/vList5"/>
    <dgm:cxn modelId="{05007025-6A49-4B16-8BFD-22D353DF4FC3}" srcId="{8F720FFE-CC81-4FAC-B900-A135B5088E28}" destId="{9DF52F8D-1E15-445C-AAF9-7040054677ED}" srcOrd="3" destOrd="0" parTransId="{5AE3167E-51A3-43AF-B76B-75961FB87B45}" sibTransId="{9A5058B9-A987-4737-8A14-C2C240095834}"/>
    <dgm:cxn modelId="{F4AF7C27-045E-4150-8B3C-2F498A204BC1}" srcId="{8F720FFE-CC81-4FAC-B900-A135B5088E28}" destId="{FCAFD04E-C1B0-4716-8914-329439437AAE}" srcOrd="1" destOrd="0" parTransId="{E3568D5E-2D2B-4221-B056-03A8100D2A84}" sibTransId="{60AC1426-BE78-4CF6-BCC0-227519AFEC68}"/>
    <dgm:cxn modelId="{3EFBAC28-8BDF-41E5-BB6B-C6A1890E98DC}" type="presOf" srcId="{EC2CAFA0-3E49-44D2-B02C-07AE7DADF412}" destId="{C2EE8786-D925-4782-BA3E-EC5E95E63D7E}" srcOrd="0" destOrd="1" presId="urn:microsoft.com/office/officeart/2005/8/layout/vList5"/>
    <dgm:cxn modelId="{A341FA3C-6779-48D7-9BB5-38740F5E3A3C}" srcId="{557A480A-41E3-4AD6-A7C1-E628891982BE}" destId="{264ECF17-A04B-43BB-9E37-61A470992CC3}" srcOrd="1" destOrd="0" parTransId="{74AC2699-68DB-4A3C-806B-EFB956A87DC9}" sibTransId="{45A23075-B28C-44FE-BA90-7D4EBD00A4B2}"/>
    <dgm:cxn modelId="{A56BCA43-914A-476F-8115-65FDF2C626E7}" type="presOf" srcId="{8F720FFE-CC81-4FAC-B900-A135B5088E28}" destId="{BEEC131A-72FB-4C20-9AA3-48224E1672DF}" srcOrd="0" destOrd="0" presId="urn:microsoft.com/office/officeart/2005/8/layout/vList5"/>
    <dgm:cxn modelId="{FEA1E148-33A8-429F-BBE4-5BEAE62CE95C}" srcId="{8F720FFE-CC81-4FAC-B900-A135B5088E28}" destId="{5106B199-42E4-498F-B0C6-FF37B1F5E28D}" srcOrd="0" destOrd="0" parTransId="{C60D52BA-3BE3-4716-BA54-5902FC9E62DB}" sibTransId="{8687570A-09B5-4115-9846-55473A2531A9}"/>
    <dgm:cxn modelId="{D634256A-1697-4932-9791-A30C811CEFE2}" type="presOf" srcId="{42A088C2-E8FE-4E3E-8EE4-4DA2846C86FA}" destId="{C2EE8786-D925-4782-BA3E-EC5E95E63D7E}" srcOrd="0" destOrd="0" presId="urn:microsoft.com/office/officeart/2005/8/layout/vList5"/>
    <dgm:cxn modelId="{3BFB854C-DD5A-4C50-9128-6EEB5EBF8BD8}" srcId="{E4718B2D-7F9E-40FF-B84E-77C6C5314EC2}" destId="{EC2CAFA0-3E49-44D2-B02C-07AE7DADF412}" srcOrd="1" destOrd="0" parTransId="{D4487755-E395-45F6-950F-3BA24F0DDD8F}" sibTransId="{4DB0B3A1-FF5E-407B-ACB4-05ECD2266639}"/>
    <dgm:cxn modelId="{05844B71-B0D9-49D5-999B-1F155C55133E}" type="presOf" srcId="{9F622893-00E4-4A34-85AC-8710BFC38903}" destId="{C55F23EF-AE95-4042-B972-3E12D777E951}" srcOrd="0" destOrd="0" presId="urn:microsoft.com/office/officeart/2005/8/layout/vList5"/>
    <dgm:cxn modelId="{D34FEB56-E1EF-4C5C-91A7-8DF636FD4E9C}" type="presOf" srcId="{E4718B2D-7F9E-40FF-B84E-77C6C5314EC2}" destId="{579C6736-9487-4721-AD7A-5465C313E8D1}" srcOrd="0" destOrd="0" presId="urn:microsoft.com/office/officeart/2005/8/layout/vList5"/>
    <dgm:cxn modelId="{E095A977-3CC2-4090-BF70-88800A508CD9}" srcId="{FCAFD04E-C1B0-4716-8914-329439437AAE}" destId="{20ABB37E-D30C-4287-A9A5-4696F0324CA5}" srcOrd="0" destOrd="0" parTransId="{7D6C2114-9DF5-4657-921F-094CDDFD2A30}" sibTransId="{960AE661-C2E4-486E-B202-0FF6B6A8F7A7}"/>
    <dgm:cxn modelId="{7EDF1B7A-7927-47AB-B37B-E210FA61E23D}" type="presOf" srcId="{ED22B529-3889-401F-9342-A5E58611CD9D}" destId="{D10021A7-2064-4BC0-A46E-D01C281CD8D6}" srcOrd="0" destOrd="0" presId="urn:microsoft.com/office/officeart/2005/8/layout/vList5"/>
    <dgm:cxn modelId="{E107B981-38AB-4C21-B2B3-771E5BD4F81C}" srcId="{5106B199-42E4-498F-B0C6-FF37B1F5E28D}" destId="{A6C47345-3BDC-4FD2-B9AE-63C88E2A1972}" srcOrd="1" destOrd="0" parTransId="{A1D08E4B-D2B9-4619-9CE5-E4AFB443439B}" sibTransId="{85ED0333-FE09-43FC-B426-26D9B342AF6B}"/>
    <dgm:cxn modelId="{5E418090-79DC-413E-A263-719990C95C21}" type="presOf" srcId="{FCAFD04E-C1B0-4716-8914-329439437AAE}" destId="{A00F4F86-AF2A-4FCE-A388-F12AF1F8D1EE}" srcOrd="0" destOrd="0" presId="urn:microsoft.com/office/officeart/2005/8/layout/vList5"/>
    <dgm:cxn modelId="{4B1AA395-84AE-404B-B559-10A7E0A1898C}" type="presOf" srcId="{5106B199-42E4-498F-B0C6-FF37B1F5E28D}" destId="{7D47C56B-578B-426A-9492-0BE673CDB7A3}" srcOrd="0" destOrd="0" presId="urn:microsoft.com/office/officeart/2005/8/layout/vList5"/>
    <dgm:cxn modelId="{5A23B69F-3129-4459-8053-4DF378213D4D}" type="presOf" srcId="{5CBF99CC-66C7-491B-827C-1C8F2020473B}" destId="{2C395CC2-1427-484A-A4BC-E11274C29344}" srcOrd="0" destOrd="1" presId="urn:microsoft.com/office/officeart/2005/8/layout/vList5"/>
    <dgm:cxn modelId="{B946FEA9-A377-4DB5-B2CE-89FCB209C1BA}" type="presOf" srcId="{DD11D844-0960-4072-8960-A7CCBF378C13}" destId="{D10021A7-2064-4BC0-A46E-D01C281CD8D6}" srcOrd="0" destOrd="1" presId="urn:microsoft.com/office/officeart/2005/8/layout/vList5"/>
    <dgm:cxn modelId="{B58DAEAB-B6BB-4392-8471-7A29F69EDCFB}" type="presOf" srcId="{20ABB37E-D30C-4287-A9A5-4696F0324CA5}" destId="{2C395CC2-1427-484A-A4BC-E11274C29344}" srcOrd="0" destOrd="0" presId="urn:microsoft.com/office/officeart/2005/8/layout/vList5"/>
    <dgm:cxn modelId="{B843F8AD-284F-45F1-B4F6-2359E57167CE}" type="presOf" srcId="{A6C47345-3BDC-4FD2-B9AE-63C88E2A1972}" destId="{C55F23EF-AE95-4042-B972-3E12D777E951}" srcOrd="0" destOrd="1" presId="urn:microsoft.com/office/officeart/2005/8/layout/vList5"/>
    <dgm:cxn modelId="{4A7706B4-00B6-4E74-A1A3-BFB08FE0CBD6}" srcId="{E4718B2D-7F9E-40FF-B84E-77C6C5314EC2}" destId="{42A088C2-E8FE-4E3E-8EE4-4DA2846C86FA}" srcOrd="0" destOrd="0" parTransId="{857F3D45-16B7-4707-AC39-723F8C794E62}" sibTransId="{2A29D9D8-A2CA-4311-8167-FA31EB371EB7}"/>
    <dgm:cxn modelId="{E24797B6-F701-4BB8-93D2-EC1B6D5A9BEA}" srcId="{5106B199-42E4-498F-B0C6-FF37B1F5E28D}" destId="{9F622893-00E4-4A34-85AC-8710BFC38903}" srcOrd="0" destOrd="0" parTransId="{98882C6F-221A-4BA3-A98F-C5D91DECF91C}" sibTransId="{90F2AE17-4C77-4803-9CF1-F200527199D3}"/>
    <dgm:cxn modelId="{E8E17BCF-1C7A-4046-A0E6-013A2515AE3E}" srcId="{8F720FFE-CC81-4FAC-B900-A135B5088E28}" destId="{E4718B2D-7F9E-40FF-B84E-77C6C5314EC2}" srcOrd="2" destOrd="0" parTransId="{A7FEAD77-5716-475F-A962-E6A77BAEB7B6}" sibTransId="{4B7D884C-9F0A-4464-B83E-D82F6AF3C4A3}"/>
    <dgm:cxn modelId="{02E5ADD1-F8AF-4765-BB71-B8E57780BA65}" type="presOf" srcId="{37568E5C-A554-406D-B5AA-F56F7E08E288}" destId="{0FA97544-78EC-4084-AA7E-B083E87CFE73}" srcOrd="0" destOrd="0" presId="urn:microsoft.com/office/officeart/2005/8/layout/vList5"/>
    <dgm:cxn modelId="{EFA4EBD3-0DEF-4F93-A6EC-4F426CFC3055}" type="presOf" srcId="{9DF52F8D-1E15-445C-AAF9-7040054677ED}" destId="{7453D4EB-F99B-4CC0-98D2-66F394E40996}" srcOrd="0" destOrd="0" presId="urn:microsoft.com/office/officeart/2005/8/layout/vList5"/>
    <dgm:cxn modelId="{7614E7E6-D43B-4A7A-917D-681F9721A582}" srcId="{9DF52F8D-1E15-445C-AAF9-7040054677ED}" destId="{DD11D844-0960-4072-8960-A7CCBF378C13}" srcOrd="1" destOrd="0" parTransId="{95FCF456-EA89-4F0A-A337-0187B02370BA}" sibTransId="{9666A60C-037E-4426-A9B1-6A79FDE749F7}"/>
    <dgm:cxn modelId="{E63DFCEF-AD03-452B-A6C3-6675FD65D722}" srcId="{8F720FFE-CC81-4FAC-B900-A135B5088E28}" destId="{557A480A-41E3-4AD6-A7C1-E628891982BE}" srcOrd="4" destOrd="0" parTransId="{2522160E-A2A7-4376-B5BC-5F92DBA96754}" sibTransId="{637AFAA5-2B1E-4430-8D30-B6FC74064FA1}"/>
    <dgm:cxn modelId="{B485AAF7-FB18-4373-9F44-FE416613E510}" srcId="{557A480A-41E3-4AD6-A7C1-E628891982BE}" destId="{37568E5C-A554-406D-B5AA-F56F7E08E288}" srcOrd="0" destOrd="0" parTransId="{4544C74E-BF4A-4874-B6B5-F86582D378C8}" sibTransId="{B130732E-2C6B-4FEC-ACB4-7EFBF52355E5}"/>
    <dgm:cxn modelId="{931D9952-92F4-4708-B4A6-17F49B754886}" type="presParOf" srcId="{BEEC131A-72FB-4C20-9AA3-48224E1672DF}" destId="{5848FC86-A788-47B9-BCC0-39CA3EB2AB97}" srcOrd="0" destOrd="0" presId="urn:microsoft.com/office/officeart/2005/8/layout/vList5"/>
    <dgm:cxn modelId="{C529412A-459F-4090-ACEA-4906AD3F7A08}" type="presParOf" srcId="{5848FC86-A788-47B9-BCC0-39CA3EB2AB97}" destId="{7D47C56B-578B-426A-9492-0BE673CDB7A3}" srcOrd="0" destOrd="0" presId="urn:microsoft.com/office/officeart/2005/8/layout/vList5"/>
    <dgm:cxn modelId="{83863261-72BC-43F0-9595-2BD0466C95BD}" type="presParOf" srcId="{5848FC86-A788-47B9-BCC0-39CA3EB2AB97}" destId="{C55F23EF-AE95-4042-B972-3E12D777E951}" srcOrd="1" destOrd="0" presId="urn:microsoft.com/office/officeart/2005/8/layout/vList5"/>
    <dgm:cxn modelId="{B9F0A19B-86A8-4FE9-8D73-6D59894974AA}" type="presParOf" srcId="{BEEC131A-72FB-4C20-9AA3-48224E1672DF}" destId="{762C1576-A2B9-4989-85D1-5D867B548101}" srcOrd="1" destOrd="0" presId="urn:microsoft.com/office/officeart/2005/8/layout/vList5"/>
    <dgm:cxn modelId="{D2C23E84-AE4F-4CDE-8D90-73D470EBABD4}" type="presParOf" srcId="{BEEC131A-72FB-4C20-9AA3-48224E1672DF}" destId="{2A361DC1-C4BF-439D-BA3C-6A6C12B155AC}" srcOrd="2" destOrd="0" presId="urn:microsoft.com/office/officeart/2005/8/layout/vList5"/>
    <dgm:cxn modelId="{D4ABA99C-E487-4543-891F-07798C8F536D}" type="presParOf" srcId="{2A361DC1-C4BF-439D-BA3C-6A6C12B155AC}" destId="{A00F4F86-AF2A-4FCE-A388-F12AF1F8D1EE}" srcOrd="0" destOrd="0" presId="urn:microsoft.com/office/officeart/2005/8/layout/vList5"/>
    <dgm:cxn modelId="{2148E85B-8359-43AF-A461-7D8B4718D8F5}" type="presParOf" srcId="{2A361DC1-C4BF-439D-BA3C-6A6C12B155AC}" destId="{2C395CC2-1427-484A-A4BC-E11274C29344}" srcOrd="1" destOrd="0" presId="urn:microsoft.com/office/officeart/2005/8/layout/vList5"/>
    <dgm:cxn modelId="{58DC9579-28C0-496E-B96E-D5A0AC74F5E9}" type="presParOf" srcId="{BEEC131A-72FB-4C20-9AA3-48224E1672DF}" destId="{DECC8A20-3E8B-42F1-B63B-ECF0B6DCAC87}" srcOrd="3" destOrd="0" presId="urn:microsoft.com/office/officeart/2005/8/layout/vList5"/>
    <dgm:cxn modelId="{D889F545-4991-4F21-9436-CC27D55E6398}" type="presParOf" srcId="{BEEC131A-72FB-4C20-9AA3-48224E1672DF}" destId="{A157DA03-69DC-4426-A653-B20280DC3F35}" srcOrd="4" destOrd="0" presId="urn:microsoft.com/office/officeart/2005/8/layout/vList5"/>
    <dgm:cxn modelId="{B6BA701C-DBDD-475F-9F73-47300F310C33}" type="presParOf" srcId="{A157DA03-69DC-4426-A653-B20280DC3F35}" destId="{579C6736-9487-4721-AD7A-5465C313E8D1}" srcOrd="0" destOrd="0" presId="urn:microsoft.com/office/officeart/2005/8/layout/vList5"/>
    <dgm:cxn modelId="{3135207A-8688-4CE7-B480-CEB636037899}" type="presParOf" srcId="{A157DA03-69DC-4426-A653-B20280DC3F35}" destId="{C2EE8786-D925-4782-BA3E-EC5E95E63D7E}" srcOrd="1" destOrd="0" presId="urn:microsoft.com/office/officeart/2005/8/layout/vList5"/>
    <dgm:cxn modelId="{E9C088F0-3F9B-4A48-A6EF-F45AAD1A4B3B}" type="presParOf" srcId="{BEEC131A-72FB-4C20-9AA3-48224E1672DF}" destId="{B38AF421-67B3-405F-A472-D432E6468BAF}" srcOrd="5" destOrd="0" presId="urn:microsoft.com/office/officeart/2005/8/layout/vList5"/>
    <dgm:cxn modelId="{50F649E6-554A-4824-AEA7-AC1F49701F25}" type="presParOf" srcId="{BEEC131A-72FB-4C20-9AA3-48224E1672DF}" destId="{8A288A56-59C7-409F-92BD-B2F5E8038311}" srcOrd="6" destOrd="0" presId="urn:microsoft.com/office/officeart/2005/8/layout/vList5"/>
    <dgm:cxn modelId="{413B1D4E-13A9-496D-B21F-AEE492075266}" type="presParOf" srcId="{8A288A56-59C7-409F-92BD-B2F5E8038311}" destId="{7453D4EB-F99B-4CC0-98D2-66F394E40996}" srcOrd="0" destOrd="0" presId="urn:microsoft.com/office/officeart/2005/8/layout/vList5"/>
    <dgm:cxn modelId="{88EA426F-8D15-41D8-BA2B-0362B71F1BEB}" type="presParOf" srcId="{8A288A56-59C7-409F-92BD-B2F5E8038311}" destId="{D10021A7-2064-4BC0-A46E-D01C281CD8D6}" srcOrd="1" destOrd="0" presId="urn:microsoft.com/office/officeart/2005/8/layout/vList5"/>
    <dgm:cxn modelId="{E77B58D1-0A21-4029-B439-08A3B0BC6789}" type="presParOf" srcId="{BEEC131A-72FB-4C20-9AA3-48224E1672DF}" destId="{BD9F2634-25B6-4CD6-9690-A78E15E6760F}" srcOrd="7" destOrd="0" presId="urn:microsoft.com/office/officeart/2005/8/layout/vList5"/>
    <dgm:cxn modelId="{1C1BBB28-1EE3-4E0E-8A0B-39F656B0A22F}" type="presParOf" srcId="{BEEC131A-72FB-4C20-9AA3-48224E1672DF}" destId="{7CBA87B3-7812-48D5-BA96-4A32DBDDB569}" srcOrd="8" destOrd="0" presId="urn:microsoft.com/office/officeart/2005/8/layout/vList5"/>
    <dgm:cxn modelId="{7D99848C-3C38-46A0-9A8B-C3A158B2926F}" type="presParOf" srcId="{7CBA87B3-7812-48D5-BA96-4A32DBDDB569}" destId="{B590E35E-C2E6-41F0-A1FA-92CF3E3E6D65}" srcOrd="0" destOrd="0" presId="urn:microsoft.com/office/officeart/2005/8/layout/vList5"/>
    <dgm:cxn modelId="{3A953128-36AD-4E3A-A856-8CD7129560E2}" type="presParOf" srcId="{7CBA87B3-7812-48D5-BA96-4A32DBDDB569}" destId="{0FA97544-78EC-4084-AA7E-B083E87CFE7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1E505B-B999-4902-8BBE-FC2E53DFA8F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0F5B80-737A-458A-B04A-EC2FCB366BE0}">
      <dgm:prSet phldrT="[Text]"/>
      <dgm:spPr/>
      <dgm:t>
        <a:bodyPr/>
        <a:lstStyle/>
        <a:p>
          <a:r>
            <a:rPr lang="en-US" dirty="0"/>
            <a:t>VS Code</a:t>
          </a:r>
        </a:p>
      </dgm:t>
    </dgm:pt>
    <dgm:pt modelId="{158C6224-C65F-4640-8351-143619CFF2BA}" type="parTrans" cxnId="{C13B3D8A-06F4-4B5C-86CB-F6DAC50F11A1}">
      <dgm:prSet/>
      <dgm:spPr/>
      <dgm:t>
        <a:bodyPr/>
        <a:lstStyle/>
        <a:p>
          <a:endParaRPr lang="en-US"/>
        </a:p>
      </dgm:t>
    </dgm:pt>
    <dgm:pt modelId="{E22D40DD-76AE-461F-B2DC-2659F74B4C7A}" type="sibTrans" cxnId="{C13B3D8A-06F4-4B5C-86CB-F6DAC50F11A1}">
      <dgm:prSet/>
      <dgm:spPr/>
      <dgm:t>
        <a:bodyPr/>
        <a:lstStyle/>
        <a:p>
          <a:endParaRPr lang="en-US"/>
        </a:p>
      </dgm:t>
    </dgm:pt>
    <dgm:pt modelId="{7DCE2225-4EE4-49E9-B32A-A3909C7ADEDA}">
      <dgm:prSet phldrT="[Text]"/>
      <dgm:spPr/>
      <dgm:t>
        <a:bodyPr/>
        <a:lstStyle/>
        <a:p>
          <a:r>
            <a:rPr lang="en-US" dirty="0"/>
            <a:t>push code</a:t>
          </a:r>
        </a:p>
      </dgm:t>
    </dgm:pt>
    <dgm:pt modelId="{37C48E92-5E1E-4FE0-9BAE-47AF775E21AC}" type="parTrans" cxnId="{648398BF-2DAC-412F-A8E4-29706067B4FC}">
      <dgm:prSet/>
      <dgm:spPr/>
      <dgm:t>
        <a:bodyPr/>
        <a:lstStyle/>
        <a:p>
          <a:endParaRPr lang="en-US"/>
        </a:p>
      </dgm:t>
    </dgm:pt>
    <dgm:pt modelId="{2B68E57D-B9F1-4761-A678-FBBB3232CFB3}" type="sibTrans" cxnId="{648398BF-2DAC-412F-A8E4-29706067B4FC}">
      <dgm:prSet/>
      <dgm:spPr/>
      <dgm:t>
        <a:bodyPr/>
        <a:lstStyle/>
        <a:p>
          <a:endParaRPr lang="en-US"/>
        </a:p>
      </dgm:t>
    </dgm:pt>
    <dgm:pt modelId="{79E2038C-6D9F-4B8C-A80C-C097E58AA88D}">
      <dgm:prSet phldrT="[Text]"/>
      <dgm:spPr/>
      <dgm:t>
        <a:bodyPr/>
        <a:lstStyle/>
        <a:p>
          <a:r>
            <a:rPr lang="en-US" dirty="0"/>
            <a:t>Azure Repos</a:t>
          </a:r>
        </a:p>
      </dgm:t>
    </dgm:pt>
    <dgm:pt modelId="{E32F1C39-C084-4392-95F0-690E56927709}" type="parTrans" cxnId="{2683B49B-E77E-427F-8960-13719F469281}">
      <dgm:prSet/>
      <dgm:spPr/>
      <dgm:t>
        <a:bodyPr/>
        <a:lstStyle/>
        <a:p>
          <a:endParaRPr lang="en-US"/>
        </a:p>
      </dgm:t>
    </dgm:pt>
    <dgm:pt modelId="{C5F8ECA8-160E-46DA-9929-B6C5506263CC}" type="sibTrans" cxnId="{2683B49B-E77E-427F-8960-13719F469281}">
      <dgm:prSet/>
      <dgm:spPr/>
      <dgm:t>
        <a:bodyPr/>
        <a:lstStyle/>
        <a:p>
          <a:endParaRPr lang="en-US"/>
        </a:p>
      </dgm:t>
    </dgm:pt>
    <dgm:pt modelId="{F5AD50AD-4D7A-472C-9265-2A792B4EC482}">
      <dgm:prSet phldrT="[Text]"/>
      <dgm:spPr/>
      <dgm:t>
        <a:bodyPr/>
        <a:lstStyle/>
        <a:p>
          <a:r>
            <a:rPr lang="en-US" dirty="0"/>
            <a:t>triggers</a:t>
          </a:r>
        </a:p>
      </dgm:t>
    </dgm:pt>
    <dgm:pt modelId="{425DF1D7-8091-4A07-880E-C36C30790F79}" type="parTrans" cxnId="{63516BB5-8387-4A2F-BCD5-B40B1CB2AB16}">
      <dgm:prSet/>
      <dgm:spPr/>
      <dgm:t>
        <a:bodyPr/>
        <a:lstStyle/>
        <a:p>
          <a:endParaRPr lang="en-US"/>
        </a:p>
      </dgm:t>
    </dgm:pt>
    <dgm:pt modelId="{C06A2F2D-EA74-4380-A971-AE0BF76562A0}" type="sibTrans" cxnId="{63516BB5-8387-4A2F-BCD5-B40B1CB2AB16}">
      <dgm:prSet/>
      <dgm:spPr/>
      <dgm:t>
        <a:bodyPr/>
        <a:lstStyle/>
        <a:p>
          <a:endParaRPr lang="en-US"/>
        </a:p>
      </dgm:t>
    </dgm:pt>
    <dgm:pt modelId="{3B96E14B-E03C-4FE1-B34E-42804976BA11}">
      <dgm:prSet phldrT="[Text]"/>
      <dgm:spPr/>
      <dgm:t>
        <a:bodyPr/>
        <a:lstStyle/>
        <a:p>
          <a:r>
            <a:rPr lang="en-US" dirty="0"/>
            <a:t>Azure Pipelines</a:t>
          </a:r>
        </a:p>
      </dgm:t>
    </dgm:pt>
    <dgm:pt modelId="{CA860A8A-79AF-4444-AC06-5EFFEB6A11FA}" type="parTrans" cxnId="{8A16795C-7BCE-4EE3-92C4-1E007D91E5C1}">
      <dgm:prSet/>
      <dgm:spPr/>
      <dgm:t>
        <a:bodyPr/>
        <a:lstStyle/>
        <a:p>
          <a:endParaRPr lang="en-US"/>
        </a:p>
      </dgm:t>
    </dgm:pt>
    <dgm:pt modelId="{B374A9AC-DC4A-4DBB-834F-AB2B8912E037}" type="sibTrans" cxnId="{8A16795C-7BCE-4EE3-92C4-1E007D91E5C1}">
      <dgm:prSet/>
      <dgm:spPr/>
      <dgm:t>
        <a:bodyPr/>
        <a:lstStyle/>
        <a:p>
          <a:endParaRPr lang="en-US"/>
        </a:p>
      </dgm:t>
    </dgm:pt>
    <dgm:pt modelId="{DF58AD4F-C6F1-4981-BE3E-19ABEF5ACF71}">
      <dgm:prSet phldrT="[Text]"/>
      <dgm:spPr/>
      <dgm:t>
        <a:bodyPr/>
        <a:lstStyle/>
        <a:p>
          <a:r>
            <a:rPr lang="en-US" dirty="0"/>
            <a:t>Builds and deploys</a:t>
          </a:r>
        </a:p>
      </dgm:t>
    </dgm:pt>
    <dgm:pt modelId="{D4ED5630-162B-48BA-AF06-59305B08F308}" type="parTrans" cxnId="{02DC2581-F9FE-4345-B0A7-7DF948169D9E}">
      <dgm:prSet/>
      <dgm:spPr/>
      <dgm:t>
        <a:bodyPr/>
        <a:lstStyle/>
        <a:p>
          <a:endParaRPr lang="en-US"/>
        </a:p>
      </dgm:t>
    </dgm:pt>
    <dgm:pt modelId="{7AD325BB-5C1E-4246-9BD2-6C7A1ECE9764}" type="sibTrans" cxnId="{02DC2581-F9FE-4345-B0A7-7DF948169D9E}">
      <dgm:prSet/>
      <dgm:spPr/>
      <dgm:t>
        <a:bodyPr/>
        <a:lstStyle/>
        <a:p>
          <a:endParaRPr lang="en-US"/>
        </a:p>
      </dgm:t>
    </dgm:pt>
    <dgm:pt modelId="{5CAC4342-3843-430E-AA5B-2F7767A6BE93}">
      <dgm:prSet phldrT="[Text]"/>
      <dgm:spPr/>
      <dgm:t>
        <a:bodyPr/>
        <a:lstStyle/>
        <a:p>
          <a:r>
            <a:rPr lang="en-US" dirty="0"/>
            <a:t>Azure Function</a:t>
          </a:r>
        </a:p>
      </dgm:t>
    </dgm:pt>
    <dgm:pt modelId="{F4F90FA8-5949-419B-B8E6-F224E74F7620}" type="parTrans" cxnId="{8380E69D-67EC-4C8C-BF94-5F42D0871E73}">
      <dgm:prSet/>
      <dgm:spPr/>
      <dgm:t>
        <a:bodyPr/>
        <a:lstStyle/>
        <a:p>
          <a:endParaRPr lang="en-US"/>
        </a:p>
      </dgm:t>
    </dgm:pt>
    <dgm:pt modelId="{CBCE4EEB-F5E1-497E-96A3-07F899A79309}" type="sibTrans" cxnId="{8380E69D-67EC-4C8C-BF94-5F42D0871E73}">
      <dgm:prSet/>
      <dgm:spPr/>
      <dgm:t>
        <a:bodyPr/>
        <a:lstStyle/>
        <a:p>
          <a:endParaRPr lang="en-US"/>
        </a:p>
      </dgm:t>
    </dgm:pt>
    <dgm:pt modelId="{830F0FA1-9AF3-4CE4-93A3-3987976CF5BB}">
      <dgm:prSet phldrT="[Text]"/>
      <dgm:spPr/>
      <dgm:t>
        <a:bodyPr/>
        <a:lstStyle/>
        <a:p>
          <a:r>
            <a:rPr lang="en-US" dirty="0"/>
            <a:t>latest logic ready to be used</a:t>
          </a:r>
        </a:p>
      </dgm:t>
    </dgm:pt>
    <dgm:pt modelId="{04285004-6617-49B3-9DA2-0DDA2E3C5EA9}" type="parTrans" cxnId="{23FF728D-1F89-4312-95EC-0EC5502653C8}">
      <dgm:prSet/>
      <dgm:spPr/>
      <dgm:t>
        <a:bodyPr/>
        <a:lstStyle/>
        <a:p>
          <a:endParaRPr lang="en-US"/>
        </a:p>
      </dgm:t>
    </dgm:pt>
    <dgm:pt modelId="{0A2674DE-8479-4C21-B90B-6D4DC8478E4B}" type="sibTrans" cxnId="{23FF728D-1F89-4312-95EC-0EC5502653C8}">
      <dgm:prSet/>
      <dgm:spPr/>
      <dgm:t>
        <a:bodyPr/>
        <a:lstStyle/>
        <a:p>
          <a:endParaRPr lang="en-US"/>
        </a:p>
      </dgm:t>
    </dgm:pt>
    <dgm:pt modelId="{29B3CF52-5F1D-4F21-A29C-D12D237A9392}">
      <dgm:prSet phldrT="[Text]"/>
      <dgm:spPr/>
      <dgm:t>
        <a:bodyPr/>
        <a:lstStyle/>
        <a:p>
          <a:r>
            <a:rPr lang="en-US" dirty="0"/>
            <a:t>Embeds feedback and store in vector DB</a:t>
          </a:r>
        </a:p>
      </dgm:t>
    </dgm:pt>
    <dgm:pt modelId="{BBFFDA5F-CED8-4DE8-8489-974609F02F8D}" type="parTrans" cxnId="{0D82CAAC-5513-4909-8633-A799485650B4}">
      <dgm:prSet/>
      <dgm:spPr/>
      <dgm:t>
        <a:bodyPr/>
        <a:lstStyle/>
        <a:p>
          <a:endParaRPr lang="en-US"/>
        </a:p>
      </dgm:t>
    </dgm:pt>
    <dgm:pt modelId="{5225A151-1D02-41FB-8297-988D7B7E0563}" type="sibTrans" cxnId="{0D82CAAC-5513-4909-8633-A799485650B4}">
      <dgm:prSet/>
      <dgm:spPr/>
      <dgm:t>
        <a:bodyPr/>
        <a:lstStyle/>
        <a:p>
          <a:endParaRPr lang="en-US"/>
        </a:p>
      </dgm:t>
    </dgm:pt>
    <dgm:pt modelId="{2A219E88-13FF-4111-A2FE-74D5642CEE84}" type="pres">
      <dgm:prSet presAssocID="{F01E505B-B999-4902-8BBE-FC2E53DFA8F8}" presName="linearFlow" presStyleCnt="0">
        <dgm:presLayoutVars>
          <dgm:dir/>
          <dgm:animLvl val="lvl"/>
          <dgm:resizeHandles val="exact"/>
        </dgm:presLayoutVars>
      </dgm:prSet>
      <dgm:spPr/>
    </dgm:pt>
    <dgm:pt modelId="{E1001AE1-2DD2-4D65-869A-5BB935383550}" type="pres">
      <dgm:prSet presAssocID="{D20F5B80-737A-458A-B04A-EC2FCB366BE0}" presName="composite" presStyleCnt="0"/>
      <dgm:spPr/>
    </dgm:pt>
    <dgm:pt modelId="{6CFBEB64-B2FC-49C2-8760-F24210D1DA99}" type="pres">
      <dgm:prSet presAssocID="{D20F5B80-737A-458A-B04A-EC2FCB366BE0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908BF6-41A1-4505-A7BA-821B4D3B16AF}" type="pres">
      <dgm:prSet presAssocID="{D20F5B80-737A-458A-B04A-EC2FCB366BE0}" presName="parSh" presStyleLbl="node1" presStyleIdx="0" presStyleCnt="4"/>
      <dgm:spPr/>
    </dgm:pt>
    <dgm:pt modelId="{9DC65F10-2A1E-48DF-AC05-942EE396D162}" type="pres">
      <dgm:prSet presAssocID="{D20F5B80-737A-458A-B04A-EC2FCB366BE0}" presName="desTx" presStyleLbl="fgAcc1" presStyleIdx="0" presStyleCnt="4">
        <dgm:presLayoutVars>
          <dgm:bulletEnabled val="1"/>
        </dgm:presLayoutVars>
      </dgm:prSet>
      <dgm:spPr/>
    </dgm:pt>
    <dgm:pt modelId="{A9259FAD-4A28-4709-AB0F-B78F74E97A7B}" type="pres">
      <dgm:prSet presAssocID="{E22D40DD-76AE-461F-B2DC-2659F74B4C7A}" presName="sibTrans" presStyleLbl="sibTrans2D1" presStyleIdx="0" presStyleCnt="3"/>
      <dgm:spPr/>
    </dgm:pt>
    <dgm:pt modelId="{1935BF5E-BE28-47C3-8FE8-65D9E5982567}" type="pres">
      <dgm:prSet presAssocID="{E22D40DD-76AE-461F-B2DC-2659F74B4C7A}" presName="connTx" presStyleLbl="sibTrans2D1" presStyleIdx="0" presStyleCnt="3"/>
      <dgm:spPr/>
    </dgm:pt>
    <dgm:pt modelId="{EBB76951-10E5-49A8-8C68-29F74BC1EE70}" type="pres">
      <dgm:prSet presAssocID="{79E2038C-6D9F-4B8C-A80C-C097E58AA88D}" presName="composite" presStyleCnt="0"/>
      <dgm:spPr/>
    </dgm:pt>
    <dgm:pt modelId="{19F5DA36-DFB6-46ED-8992-6848EC972BE2}" type="pres">
      <dgm:prSet presAssocID="{79E2038C-6D9F-4B8C-A80C-C097E58AA88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1855D01-95FF-4225-942A-A5C1E24A121D}" type="pres">
      <dgm:prSet presAssocID="{79E2038C-6D9F-4B8C-A80C-C097E58AA88D}" presName="parSh" presStyleLbl="node1" presStyleIdx="1" presStyleCnt="4"/>
      <dgm:spPr/>
    </dgm:pt>
    <dgm:pt modelId="{0402604C-D14F-4D52-BAFA-DC33DCFD3708}" type="pres">
      <dgm:prSet presAssocID="{79E2038C-6D9F-4B8C-A80C-C097E58AA88D}" presName="desTx" presStyleLbl="fgAcc1" presStyleIdx="1" presStyleCnt="4">
        <dgm:presLayoutVars>
          <dgm:bulletEnabled val="1"/>
        </dgm:presLayoutVars>
      </dgm:prSet>
      <dgm:spPr/>
    </dgm:pt>
    <dgm:pt modelId="{14999D7D-8139-4FF6-95C3-3D92302DBC9F}" type="pres">
      <dgm:prSet presAssocID="{C5F8ECA8-160E-46DA-9929-B6C5506263CC}" presName="sibTrans" presStyleLbl="sibTrans2D1" presStyleIdx="1" presStyleCnt="3"/>
      <dgm:spPr/>
    </dgm:pt>
    <dgm:pt modelId="{724BFB9B-BDA9-4E39-8C57-8163AF8DDF0A}" type="pres">
      <dgm:prSet presAssocID="{C5F8ECA8-160E-46DA-9929-B6C5506263CC}" presName="connTx" presStyleLbl="sibTrans2D1" presStyleIdx="1" presStyleCnt="3"/>
      <dgm:spPr/>
    </dgm:pt>
    <dgm:pt modelId="{FE374D9C-CF34-4903-93D3-CA6AC9B8EDCE}" type="pres">
      <dgm:prSet presAssocID="{3B96E14B-E03C-4FE1-B34E-42804976BA11}" presName="composite" presStyleCnt="0"/>
      <dgm:spPr/>
    </dgm:pt>
    <dgm:pt modelId="{3F1F9AB0-E3F6-42D5-91BC-EA98C70F8AF1}" type="pres">
      <dgm:prSet presAssocID="{3B96E14B-E03C-4FE1-B34E-42804976BA11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7CEB0B-E338-42A3-A056-87B7108D2AF0}" type="pres">
      <dgm:prSet presAssocID="{3B96E14B-E03C-4FE1-B34E-42804976BA11}" presName="parSh" presStyleLbl="node1" presStyleIdx="2" presStyleCnt="4"/>
      <dgm:spPr/>
    </dgm:pt>
    <dgm:pt modelId="{8525A61B-9E50-4950-9FD1-122FDCE72A27}" type="pres">
      <dgm:prSet presAssocID="{3B96E14B-E03C-4FE1-B34E-42804976BA11}" presName="desTx" presStyleLbl="fgAcc1" presStyleIdx="2" presStyleCnt="4">
        <dgm:presLayoutVars>
          <dgm:bulletEnabled val="1"/>
        </dgm:presLayoutVars>
      </dgm:prSet>
      <dgm:spPr/>
    </dgm:pt>
    <dgm:pt modelId="{9E15C7DF-D655-4BF2-B32A-97F83883EB32}" type="pres">
      <dgm:prSet presAssocID="{B374A9AC-DC4A-4DBB-834F-AB2B8912E037}" presName="sibTrans" presStyleLbl="sibTrans2D1" presStyleIdx="2" presStyleCnt="3"/>
      <dgm:spPr/>
    </dgm:pt>
    <dgm:pt modelId="{CD36A0AF-36BE-431A-859C-D5FE40E5AA0D}" type="pres">
      <dgm:prSet presAssocID="{B374A9AC-DC4A-4DBB-834F-AB2B8912E037}" presName="connTx" presStyleLbl="sibTrans2D1" presStyleIdx="2" presStyleCnt="3"/>
      <dgm:spPr/>
    </dgm:pt>
    <dgm:pt modelId="{31CDB298-A17B-40AC-8D00-B700D353CE59}" type="pres">
      <dgm:prSet presAssocID="{5CAC4342-3843-430E-AA5B-2F7767A6BE93}" presName="composite" presStyleCnt="0"/>
      <dgm:spPr/>
    </dgm:pt>
    <dgm:pt modelId="{57F8D087-DC48-4B00-9054-781B78CFE1E1}" type="pres">
      <dgm:prSet presAssocID="{5CAC4342-3843-430E-AA5B-2F7767A6BE9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824C9B2-C7FF-4A14-8EF0-C98DA41A17B2}" type="pres">
      <dgm:prSet presAssocID="{5CAC4342-3843-430E-AA5B-2F7767A6BE93}" presName="parSh" presStyleLbl="node1" presStyleIdx="3" presStyleCnt="4"/>
      <dgm:spPr/>
    </dgm:pt>
    <dgm:pt modelId="{8421FC06-0148-4632-ACCC-4FD7F951BB3A}" type="pres">
      <dgm:prSet presAssocID="{5CAC4342-3843-430E-AA5B-2F7767A6BE93}" presName="desTx" presStyleLbl="fgAcc1" presStyleIdx="3" presStyleCnt="4">
        <dgm:presLayoutVars>
          <dgm:bulletEnabled val="1"/>
        </dgm:presLayoutVars>
      </dgm:prSet>
      <dgm:spPr/>
    </dgm:pt>
  </dgm:ptLst>
  <dgm:cxnLst>
    <dgm:cxn modelId="{979BD622-0F03-4FA8-96AC-254797F467E3}" type="presOf" srcId="{B374A9AC-DC4A-4DBB-834F-AB2B8912E037}" destId="{CD36A0AF-36BE-431A-859C-D5FE40E5AA0D}" srcOrd="1" destOrd="0" presId="urn:microsoft.com/office/officeart/2005/8/layout/process3"/>
    <dgm:cxn modelId="{0C7EB13C-7B8C-4C17-A254-AD0A04B5D39B}" type="presOf" srcId="{DF58AD4F-C6F1-4981-BE3E-19ABEF5ACF71}" destId="{8525A61B-9E50-4950-9FD1-122FDCE72A27}" srcOrd="0" destOrd="0" presId="urn:microsoft.com/office/officeart/2005/8/layout/process3"/>
    <dgm:cxn modelId="{F784983D-2936-418F-8571-9843CC82A533}" type="presOf" srcId="{B374A9AC-DC4A-4DBB-834F-AB2B8912E037}" destId="{9E15C7DF-D655-4BF2-B32A-97F83883EB32}" srcOrd="0" destOrd="0" presId="urn:microsoft.com/office/officeart/2005/8/layout/process3"/>
    <dgm:cxn modelId="{8A16795C-7BCE-4EE3-92C4-1E007D91E5C1}" srcId="{F01E505B-B999-4902-8BBE-FC2E53DFA8F8}" destId="{3B96E14B-E03C-4FE1-B34E-42804976BA11}" srcOrd="2" destOrd="0" parTransId="{CA860A8A-79AF-4444-AC06-5EFFEB6A11FA}" sibTransId="{B374A9AC-DC4A-4DBB-834F-AB2B8912E037}"/>
    <dgm:cxn modelId="{0BAF6E44-86D6-47E8-BDDD-BD496203D78E}" type="presOf" srcId="{D20F5B80-737A-458A-B04A-EC2FCB366BE0}" destId="{6CFBEB64-B2FC-49C2-8760-F24210D1DA99}" srcOrd="0" destOrd="0" presId="urn:microsoft.com/office/officeart/2005/8/layout/process3"/>
    <dgm:cxn modelId="{F35D2C66-A643-40A4-A221-B3B45D84C323}" type="presOf" srcId="{5CAC4342-3843-430E-AA5B-2F7767A6BE93}" destId="{57F8D087-DC48-4B00-9054-781B78CFE1E1}" srcOrd="0" destOrd="0" presId="urn:microsoft.com/office/officeart/2005/8/layout/process3"/>
    <dgm:cxn modelId="{8181DB50-3371-4C38-A485-6269CF85409D}" type="presOf" srcId="{F01E505B-B999-4902-8BBE-FC2E53DFA8F8}" destId="{2A219E88-13FF-4111-A2FE-74D5642CEE84}" srcOrd="0" destOrd="0" presId="urn:microsoft.com/office/officeart/2005/8/layout/process3"/>
    <dgm:cxn modelId="{B72C3777-288E-49B6-89C0-86821D4F4E37}" type="presOf" srcId="{F5AD50AD-4D7A-472C-9265-2A792B4EC482}" destId="{0402604C-D14F-4D52-BAFA-DC33DCFD3708}" srcOrd="0" destOrd="0" presId="urn:microsoft.com/office/officeart/2005/8/layout/process3"/>
    <dgm:cxn modelId="{BE8BA780-63EE-4792-8868-AF7FABF03F59}" type="presOf" srcId="{3B96E14B-E03C-4FE1-B34E-42804976BA11}" destId="{3F1F9AB0-E3F6-42D5-91BC-EA98C70F8AF1}" srcOrd="0" destOrd="0" presId="urn:microsoft.com/office/officeart/2005/8/layout/process3"/>
    <dgm:cxn modelId="{02DC2581-F9FE-4345-B0A7-7DF948169D9E}" srcId="{3B96E14B-E03C-4FE1-B34E-42804976BA11}" destId="{DF58AD4F-C6F1-4981-BE3E-19ABEF5ACF71}" srcOrd="0" destOrd="0" parTransId="{D4ED5630-162B-48BA-AF06-59305B08F308}" sibTransId="{7AD325BB-5C1E-4246-9BD2-6C7A1ECE9764}"/>
    <dgm:cxn modelId="{C1DD1184-42C5-461B-B6E9-5FDD55313322}" type="presOf" srcId="{79E2038C-6D9F-4B8C-A80C-C097E58AA88D}" destId="{A1855D01-95FF-4225-942A-A5C1E24A121D}" srcOrd="1" destOrd="0" presId="urn:microsoft.com/office/officeart/2005/8/layout/process3"/>
    <dgm:cxn modelId="{5EE67D89-4051-4F84-A3AF-8ADE87264E94}" type="presOf" srcId="{E22D40DD-76AE-461F-B2DC-2659F74B4C7A}" destId="{A9259FAD-4A28-4709-AB0F-B78F74E97A7B}" srcOrd="0" destOrd="0" presId="urn:microsoft.com/office/officeart/2005/8/layout/process3"/>
    <dgm:cxn modelId="{C13B3D8A-06F4-4B5C-86CB-F6DAC50F11A1}" srcId="{F01E505B-B999-4902-8BBE-FC2E53DFA8F8}" destId="{D20F5B80-737A-458A-B04A-EC2FCB366BE0}" srcOrd="0" destOrd="0" parTransId="{158C6224-C65F-4640-8351-143619CFF2BA}" sibTransId="{E22D40DD-76AE-461F-B2DC-2659F74B4C7A}"/>
    <dgm:cxn modelId="{23FF728D-1F89-4312-95EC-0EC5502653C8}" srcId="{5CAC4342-3843-430E-AA5B-2F7767A6BE93}" destId="{830F0FA1-9AF3-4CE4-93A3-3987976CF5BB}" srcOrd="0" destOrd="0" parTransId="{04285004-6617-49B3-9DA2-0DDA2E3C5EA9}" sibTransId="{0A2674DE-8479-4C21-B90B-6D4DC8478E4B}"/>
    <dgm:cxn modelId="{2683B49B-E77E-427F-8960-13719F469281}" srcId="{F01E505B-B999-4902-8BBE-FC2E53DFA8F8}" destId="{79E2038C-6D9F-4B8C-A80C-C097E58AA88D}" srcOrd="1" destOrd="0" parTransId="{E32F1C39-C084-4392-95F0-690E56927709}" sibTransId="{C5F8ECA8-160E-46DA-9929-B6C5506263CC}"/>
    <dgm:cxn modelId="{8380E69D-67EC-4C8C-BF94-5F42D0871E73}" srcId="{F01E505B-B999-4902-8BBE-FC2E53DFA8F8}" destId="{5CAC4342-3843-430E-AA5B-2F7767A6BE93}" srcOrd="3" destOrd="0" parTransId="{F4F90FA8-5949-419B-B8E6-F224E74F7620}" sibTransId="{CBCE4EEB-F5E1-497E-96A3-07F899A79309}"/>
    <dgm:cxn modelId="{0D82CAAC-5513-4909-8633-A799485650B4}" srcId="{5CAC4342-3843-430E-AA5B-2F7767A6BE93}" destId="{29B3CF52-5F1D-4F21-A29C-D12D237A9392}" srcOrd="1" destOrd="0" parTransId="{BBFFDA5F-CED8-4DE8-8489-974609F02F8D}" sibTransId="{5225A151-1D02-41FB-8297-988D7B7E0563}"/>
    <dgm:cxn modelId="{592F81AE-9194-4B8F-AF5A-9EE94CE504BC}" type="presOf" srcId="{79E2038C-6D9F-4B8C-A80C-C097E58AA88D}" destId="{19F5DA36-DFB6-46ED-8992-6848EC972BE2}" srcOrd="0" destOrd="0" presId="urn:microsoft.com/office/officeart/2005/8/layout/process3"/>
    <dgm:cxn modelId="{58CE67B0-E7B6-48E1-BCB7-5D1085355F76}" type="presOf" srcId="{3B96E14B-E03C-4FE1-B34E-42804976BA11}" destId="{5F7CEB0B-E338-42A3-A056-87B7108D2AF0}" srcOrd="1" destOrd="0" presId="urn:microsoft.com/office/officeart/2005/8/layout/process3"/>
    <dgm:cxn modelId="{63516BB5-8387-4A2F-BCD5-B40B1CB2AB16}" srcId="{79E2038C-6D9F-4B8C-A80C-C097E58AA88D}" destId="{F5AD50AD-4D7A-472C-9265-2A792B4EC482}" srcOrd="0" destOrd="0" parTransId="{425DF1D7-8091-4A07-880E-C36C30790F79}" sibTransId="{C06A2F2D-EA74-4380-A971-AE0BF76562A0}"/>
    <dgm:cxn modelId="{648398BF-2DAC-412F-A8E4-29706067B4FC}" srcId="{D20F5B80-737A-458A-B04A-EC2FCB366BE0}" destId="{7DCE2225-4EE4-49E9-B32A-A3909C7ADEDA}" srcOrd="0" destOrd="0" parTransId="{37C48E92-5E1E-4FE0-9BAE-47AF775E21AC}" sibTransId="{2B68E57D-B9F1-4761-A678-FBBB3232CFB3}"/>
    <dgm:cxn modelId="{DBC2BEC4-32D7-4247-804B-874BDB684F06}" type="presOf" srcId="{5CAC4342-3843-430E-AA5B-2F7767A6BE93}" destId="{5824C9B2-C7FF-4A14-8EF0-C98DA41A17B2}" srcOrd="1" destOrd="0" presId="urn:microsoft.com/office/officeart/2005/8/layout/process3"/>
    <dgm:cxn modelId="{9D2E26C6-7659-44B2-9ECA-5739B726FF41}" type="presOf" srcId="{C5F8ECA8-160E-46DA-9929-B6C5506263CC}" destId="{724BFB9B-BDA9-4E39-8C57-8163AF8DDF0A}" srcOrd="1" destOrd="0" presId="urn:microsoft.com/office/officeart/2005/8/layout/process3"/>
    <dgm:cxn modelId="{DE1D11CA-B9D9-4802-A809-AC4AD67A0961}" type="presOf" srcId="{E22D40DD-76AE-461F-B2DC-2659F74B4C7A}" destId="{1935BF5E-BE28-47C3-8FE8-65D9E5982567}" srcOrd="1" destOrd="0" presId="urn:microsoft.com/office/officeart/2005/8/layout/process3"/>
    <dgm:cxn modelId="{92DC90D9-4A56-4E4D-9FAA-14D5ED4FA5DC}" type="presOf" srcId="{7DCE2225-4EE4-49E9-B32A-A3909C7ADEDA}" destId="{9DC65F10-2A1E-48DF-AC05-942EE396D162}" srcOrd="0" destOrd="0" presId="urn:microsoft.com/office/officeart/2005/8/layout/process3"/>
    <dgm:cxn modelId="{5C990BDD-E2F3-45A8-9EAF-18D50266A9ED}" type="presOf" srcId="{830F0FA1-9AF3-4CE4-93A3-3987976CF5BB}" destId="{8421FC06-0148-4632-ACCC-4FD7F951BB3A}" srcOrd="0" destOrd="0" presId="urn:microsoft.com/office/officeart/2005/8/layout/process3"/>
    <dgm:cxn modelId="{5200E1EC-5B95-45DC-A475-EC344DB5F79E}" type="presOf" srcId="{D20F5B80-737A-458A-B04A-EC2FCB366BE0}" destId="{80908BF6-41A1-4505-A7BA-821B4D3B16AF}" srcOrd="1" destOrd="0" presId="urn:microsoft.com/office/officeart/2005/8/layout/process3"/>
    <dgm:cxn modelId="{340464F8-1AF5-4A99-91AD-CF818AE62E0D}" type="presOf" srcId="{C5F8ECA8-160E-46DA-9929-B6C5506263CC}" destId="{14999D7D-8139-4FF6-95C3-3D92302DBC9F}" srcOrd="0" destOrd="0" presId="urn:microsoft.com/office/officeart/2005/8/layout/process3"/>
    <dgm:cxn modelId="{345BF4FD-0DA8-4F3B-82B7-925A0A328DB4}" type="presOf" srcId="{29B3CF52-5F1D-4F21-A29C-D12D237A9392}" destId="{8421FC06-0148-4632-ACCC-4FD7F951BB3A}" srcOrd="0" destOrd="1" presId="urn:microsoft.com/office/officeart/2005/8/layout/process3"/>
    <dgm:cxn modelId="{3EFBB76C-3500-4D46-B041-9EE2923297B9}" type="presParOf" srcId="{2A219E88-13FF-4111-A2FE-74D5642CEE84}" destId="{E1001AE1-2DD2-4D65-869A-5BB935383550}" srcOrd="0" destOrd="0" presId="urn:microsoft.com/office/officeart/2005/8/layout/process3"/>
    <dgm:cxn modelId="{BE85DD19-E491-40C2-B1DB-68E9EFFBB1E7}" type="presParOf" srcId="{E1001AE1-2DD2-4D65-869A-5BB935383550}" destId="{6CFBEB64-B2FC-49C2-8760-F24210D1DA99}" srcOrd="0" destOrd="0" presId="urn:microsoft.com/office/officeart/2005/8/layout/process3"/>
    <dgm:cxn modelId="{49133964-0B76-4AFD-9D1E-FF809DF1A2CC}" type="presParOf" srcId="{E1001AE1-2DD2-4D65-869A-5BB935383550}" destId="{80908BF6-41A1-4505-A7BA-821B4D3B16AF}" srcOrd="1" destOrd="0" presId="urn:microsoft.com/office/officeart/2005/8/layout/process3"/>
    <dgm:cxn modelId="{AD9B5238-9FC8-4335-9F78-234A89566AC6}" type="presParOf" srcId="{E1001AE1-2DD2-4D65-869A-5BB935383550}" destId="{9DC65F10-2A1E-48DF-AC05-942EE396D162}" srcOrd="2" destOrd="0" presId="urn:microsoft.com/office/officeart/2005/8/layout/process3"/>
    <dgm:cxn modelId="{E8ED2DF5-072A-4E61-A447-0AC927C370E1}" type="presParOf" srcId="{2A219E88-13FF-4111-A2FE-74D5642CEE84}" destId="{A9259FAD-4A28-4709-AB0F-B78F74E97A7B}" srcOrd="1" destOrd="0" presId="urn:microsoft.com/office/officeart/2005/8/layout/process3"/>
    <dgm:cxn modelId="{49634BAC-CF15-4DE1-B20D-FA139EAE7783}" type="presParOf" srcId="{A9259FAD-4A28-4709-AB0F-B78F74E97A7B}" destId="{1935BF5E-BE28-47C3-8FE8-65D9E5982567}" srcOrd="0" destOrd="0" presId="urn:microsoft.com/office/officeart/2005/8/layout/process3"/>
    <dgm:cxn modelId="{85F42557-D0EF-4041-A3AB-578E2396A13D}" type="presParOf" srcId="{2A219E88-13FF-4111-A2FE-74D5642CEE84}" destId="{EBB76951-10E5-49A8-8C68-29F74BC1EE70}" srcOrd="2" destOrd="0" presId="urn:microsoft.com/office/officeart/2005/8/layout/process3"/>
    <dgm:cxn modelId="{9CE7BF57-F21D-4F90-81F5-8AB05E49EA38}" type="presParOf" srcId="{EBB76951-10E5-49A8-8C68-29F74BC1EE70}" destId="{19F5DA36-DFB6-46ED-8992-6848EC972BE2}" srcOrd="0" destOrd="0" presId="urn:microsoft.com/office/officeart/2005/8/layout/process3"/>
    <dgm:cxn modelId="{216FA1B7-132D-4ED8-99FF-5E929987C830}" type="presParOf" srcId="{EBB76951-10E5-49A8-8C68-29F74BC1EE70}" destId="{A1855D01-95FF-4225-942A-A5C1E24A121D}" srcOrd="1" destOrd="0" presId="urn:microsoft.com/office/officeart/2005/8/layout/process3"/>
    <dgm:cxn modelId="{4CB698BD-B5A2-48A2-BA2F-EE8F3766F786}" type="presParOf" srcId="{EBB76951-10E5-49A8-8C68-29F74BC1EE70}" destId="{0402604C-D14F-4D52-BAFA-DC33DCFD3708}" srcOrd="2" destOrd="0" presId="urn:microsoft.com/office/officeart/2005/8/layout/process3"/>
    <dgm:cxn modelId="{DCDE3B02-0B43-4816-8084-EDB6674857F8}" type="presParOf" srcId="{2A219E88-13FF-4111-A2FE-74D5642CEE84}" destId="{14999D7D-8139-4FF6-95C3-3D92302DBC9F}" srcOrd="3" destOrd="0" presId="urn:microsoft.com/office/officeart/2005/8/layout/process3"/>
    <dgm:cxn modelId="{B966CD39-5F51-40BB-B8A9-AC2E39B44326}" type="presParOf" srcId="{14999D7D-8139-4FF6-95C3-3D92302DBC9F}" destId="{724BFB9B-BDA9-4E39-8C57-8163AF8DDF0A}" srcOrd="0" destOrd="0" presId="urn:microsoft.com/office/officeart/2005/8/layout/process3"/>
    <dgm:cxn modelId="{1DC3D57D-B31F-485F-8DDD-E4B5A7D6E245}" type="presParOf" srcId="{2A219E88-13FF-4111-A2FE-74D5642CEE84}" destId="{FE374D9C-CF34-4903-93D3-CA6AC9B8EDCE}" srcOrd="4" destOrd="0" presId="urn:microsoft.com/office/officeart/2005/8/layout/process3"/>
    <dgm:cxn modelId="{5675EA35-7F61-4E22-B8C8-3B210FE19471}" type="presParOf" srcId="{FE374D9C-CF34-4903-93D3-CA6AC9B8EDCE}" destId="{3F1F9AB0-E3F6-42D5-91BC-EA98C70F8AF1}" srcOrd="0" destOrd="0" presId="urn:microsoft.com/office/officeart/2005/8/layout/process3"/>
    <dgm:cxn modelId="{4E07986D-4CE6-43FE-9AC4-7DDE35C7A748}" type="presParOf" srcId="{FE374D9C-CF34-4903-93D3-CA6AC9B8EDCE}" destId="{5F7CEB0B-E338-42A3-A056-87B7108D2AF0}" srcOrd="1" destOrd="0" presId="urn:microsoft.com/office/officeart/2005/8/layout/process3"/>
    <dgm:cxn modelId="{7796FF3D-34A0-4DDC-816D-0B1876FF9284}" type="presParOf" srcId="{FE374D9C-CF34-4903-93D3-CA6AC9B8EDCE}" destId="{8525A61B-9E50-4950-9FD1-122FDCE72A27}" srcOrd="2" destOrd="0" presId="urn:microsoft.com/office/officeart/2005/8/layout/process3"/>
    <dgm:cxn modelId="{4FDF4EF3-A0D7-4FC7-B53F-B865047E5C9F}" type="presParOf" srcId="{2A219E88-13FF-4111-A2FE-74D5642CEE84}" destId="{9E15C7DF-D655-4BF2-B32A-97F83883EB32}" srcOrd="5" destOrd="0" presId="urn:microsoft.com/office/officeart/2005/8/layout/process3"/>
    <dgm:cxn modelId="{57B929BB-960B-4F97-A024-A0EF7E6D882D}" type="presParOf" srcId="{9E15C7DF-D655-4BF2-B32A-97F83883EB32}" destId="{CD36A0AF-36BE-431A-859C-D5FE40E5AA0D}" srcOrd="0" destOrd="0" presId="urn:microsoft.com/office/officeart/2005/8/layout/process3"/>
    <dgm:cxn modelId="{0CC0EC99-309D-4C90-9875-7BB6535B4D8A}" type="presParOf" srcId="{2A219E88-13FF-4111-A2FE-74D5642CEE84}" destId="{31CDB298-A17B-40AC-8D00-B700D353CE59}" srcOrd="6" destOrd="0" presId="urn:microsoft.com/office/officeart/2005/8/layout/process3"/>
    <dgm:cxn modelId="{F0A9EB79-B4E4-46BD-869A-309B8F6900E7}" type="presParOf" srcId="{31CDB298-A17B-40AC-8D00-B700D353CE59}" destId="{57F8D087-DC48-4B00-9054-781B78CFE1E1}" srcOrd="0" destOrd="0" presId="urn:microsoft.com/office/officeart/2005/8/layout/process3"/>
    <dgm:cxn modelId="{BC1177E8-5CF6-45C2-A1BF-EE38BFCDE2CD}" type="presParOf" srcId="{31CDB298-A17B-40AC-8D00-B700D353CE59}" destId="{5824C9B2-C7FF-4A14-8EF0-C98DA41A17B2}" srcOrd="1" destOrd="0" presId="urn:microsoft.com/office/officeart/2005/8/layout/process3"/>
    <dgm:cxn modelId="{564E0ED5-F647-4B2E-9C0D-638AB42CB785}" type="presParOf" srcId="{31CDB298-A17B-40AC-8D00-B700D353CE59}" destId="{8421FC06-0148-4632-ACCC-4FD7F951BB3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1E505B-B999-4902-8BBE-FC2E53DFA8F8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0F5B80-737A-458A-B04A-EC2FCB366BE0}">
      <dgm:prSet phldrT="[Text]"/>
      <dgm:spPr/>
      <dgm:t>
        <a:bodyPr/>
        <a:lstStyle/>
        <a:p>
          <a:r>
            <a:rPr lang="en-US" dirty="0"/>
            <a:t>Fetch and List User Stories from Azure DevOps</a:t>
          </a:r>
        </a:p>
      </dgm:t>
    </dgm:pt>
    <dgm:pt modelId="{158C6224-C65F-4640-8351-143619CFF2BA}" type="parTrans" cxnId="{C13B3D8A-06F4-4B5C-86CB-F6DAC50F11A1}">
      <dgm:prSet/>
      <dgm:spPr/>
      <dgm:t>
        <a:bodyPr/>
        <a:lstStyle/>
        <a:p>
          <a:endParaRPr lang="en-US"/>
        </a:p>
      </dgm:t>
    </dgm:pt>
    <dgm:pt modelId="{E22D40DD-76AE-461F-B2DC-2659F74B4C7A}" type="sibTrans" cxnId="{C13B3D8A-06F4-4B5C-86CB-F6DAC50F11A1}">
      <dgm:prSet/>
      <dgm:spPr/>
      <dgm:t>
        <a:bodyPr/>
        <a:lstStyle/>
        <a:p>
          <a:endParaRPr lang="en-US"/>
        </a:p>
      </dgm:t>
    </dgm:pt>
    <dgm:pt modelId="{8D09EEFC-C81B-4581-A87D-B042AAD96819}">
      <dgm:prSet phldrT="[Text]"/>
      <dgm:spPr/>
      <dgm:t>
        <a:bodyPr/>
        <a:lstStyle/>
        <a:p>
          <a:r>
            <a:rPr lang="en-US" dirty="0"/>
            <a:t>Calls Azure Function (LLM + Excel logic)</a:t>
          </a:r>
        </a:p>
      </dgm:t>
    </dgm:pt>
    <dgm:pt modelId="{F4194B57-5572-486A-BEE5-872FF55BAF8B}" type="parTrans" cxnId="{E1D9BB6C-F511-4712-95A7-D7DAF80270FB}">
      <dgm:prSet/>
      <dgm:spPr/>
      <dgm:t>
        <a:bodyPr/>
        <a:lstStyle/>
        <a:p>
          <a:endParaRPr lang="en-US"/>
        </a:p>
      </dgm:t>
    </dgm:pt>
    <dgm:pt modelId="{ACA8DFE7-DAB8-431E-A4DB-D19F328936C5}" type="sibTrans" cxnId="{E1D9BB6C-F511-4712-95A7-D7DAF80270FB}">
      <dgm:prSet/>
      <dgm:spPr/>
      <dgm:t>
        <a:bodyPr/>
        <a:lstStyle/>
        <a:p>
          <a:endParaRPr lang="en-US"/>
        </a:p>
      </dgm:t>
    </dgm:pt>
    <dgm:pt modelId="{82F77F6D-2346-43B0-AFBA-439D665505A7}">
      <dgm:prSet phldrT="[Text]"/>
      <dgm:spPr/>
      <dgm:t>
        <a:bodyPr/>
        <a:lstStyle/>
        <a:p>
          <a:r>
            <a:rPr lang="en-US" dirty="0">
              <a:highlight>
                <a:srgbClr val="FFFF00"/>
              </a:highlight>
            </a:rPr>
            <a:t>Power Automate </a:t>
          </a:r>
          <a:r>
            <a:rPr lang="en-US" dirty="0"/>
            <a:t>triggered</a:t>
          </a:r>
        </a:p>
      </dgm:t>
    </dgm:pt>
    <dgm:pt modelId="{409B1256-D54E-4130-ABCA-7F66760DC278}" type="parTrans" cxnId="{0B93DD1D-16CE-47D7-ABA2-6FDA9F24B4EC}">
      <dgm:prSet/>
      <dgm:spPr/>
      <dgm:t>
        <a:bodyPr/>
        <a:lstStyle/>
        <a:p>
          <a:endParaRPr lang="en-US"/>
        </a:p>
      </dgm:t>
    </dgm:pt>
    <dgm:pt modelId="{BDB046EC-8CAA-43F9-A9AF-089327F6E5ED}" type="sibTrans" cxnId="{0B93DD1D-16CE-47D7-ABA2-6FDA9F24B4EC}">
      <dgm:prSet/>
      <dgm:spPr/>
      <dgm:t>
        <a:bodyPr/>
        <a:lstStyle/>
        <a:p>
          <a:endParaRPr lang="en-US"/>
        </a:p>
      </dgm:t>
    </dgm:pt>
    <dgm:pt modelId="{B5C2097C-AA41-4876-814E-594F24340A2B}">
      <dgm:prSet phldrT="[Text]"/>
      <dgm:spPr/>
      <dgm:t>
        <a:bodyPr/>
        <a:lstStyle/>
        <a:p>
          <a:r>
            <a:rPr lang="en-US" dirty="0"/>
            <a:t>Uploads final Excel to </a:t>
          </a:r>
          <a:r>
            <a:rPr lang="en-US" dirty="0">
              <a:highlight>
                <a:srgbClr val="FFFF00"/>
              </a:highlight>
            </a:rPr>
            <a:t>Azure DevOps</a:t>
          </a:r>
        </a:p>
      </dgm:t>
    </dgm:pt>
    <dgm:pt modelId="{951AAB9D-93F3-41E9-96FA-B4B17A0BCCE6}" type="parTrans" cxnId="{D028DFE3-C655-47D7-A889-8E7B6916D23C}">
      <dgm:prSet/>
      <dgm:spPr/>
      <dgm:t>
        <a:bodyPr/>
        <a:lstStyle/>
        <a:p>
          <a:endParaRPr lang="en-US"/>
        </a:p>
      </dgm:t>
    </dgm:pt>
    <dgm:pt modelId="{FB028AE1-DA17-46FF-AF7C-2846E7A7B7D3}" type="sibTrans" cxnId="{D028DFE3-C655-47D7-A889-8E7B6916D23C}">
      <dgm:prSet/>
      <dgm:spPr/>
      <dgm:t>
        <a:bodyPr/>
        <a:lstStyle/>
        <a:p>
          <a:endParaRPr lang="en-US"/>
        </a:p>
      </dgm:t>
    </dgm:pt>
    <dgm:pt modelId="{52FDF002-BD0C-4B99-8AF0-B8FAA966A0AE}">
      <dgm:prSet phldrT="[Text]"/>
      <dgm:spPr/>
      <dgm:t>
        <a:bodyPr/>
        <a:lstStyle/>
        <a:p>
          <a:r>
            <a:rPr lang="en-US" dirty="0"/>
            <a:t>Shows Excel file, allows download and  feedback</a:t>
          </a:r>
        </a:p>
      </dgm:t>
    </dgm:pt>
    <dgm:pt modelId="{BFBCEB9E-99EC-42AC-ADA6-0F2CD580C97E}" type="parTrans" cxnId="{E26217AE-4806-476A-B669-D6B70C5FABC2}">
      <dgm:prSet/>
      <dgm:spPr/>
      <dgm:t>
        <a:bodyPr/>
        <a:lstStyle/>
        <a:p>
          <a:endParaRPr lang="en-US"/>
        </a:p>
      </dgm:t>
    </dgm:pt>
    <dgm:pt modelId="{9E5B3754-D491-4172-8B3B-989565A9FE60}" type="sibTrans" cxnId="{E26217AE-4806-476A-B669-D6B70C5FABC2}">
      <dgm:prSet/>
      <dgm:spPr/>
      <dgm:t>
        <a:bodyPr/>
        <a:lstStyle/>
        <a:p>
          <a:endParaRPr lang="en-US"/>
        </a:p>
      </dgm:t>
    </dgm:pt>
    <dgm:pt modelId="{519AE473-BB04-480B-B0B4-F090188207B6}">
      <dgm:prSet phldrT="[Text]"/>
      <dgm:spPr/>
      <dgm:t>
        <a:bodyPr/>
        <a:lstStyle/>
        <a:p>
          <a:r>
            <a:rPr lang="en-US" dirty="0"/>
            <a:t>User clicks "Finalize"</a:t>
          </a:r>
        </a:p>
      </dgm:t>
    </dgm:pt>
    <dgm:pt modelId="{EF577709-8F59-4D62-A753-C9A166388BC1}" type="parTrans" cxnId="{06B2D3DD-23DD-4976-AA83-D1C9744C519A}">
      <dgm:prSet/>
      <dgm:spPr/>
      <dgm:t>
        <a:bodyPr/>
        <a:lstStyle/>
        <a:p>
          <a:endParaRPr lang="en-US"/>
        </a:p>
      </dgm:t>
    </dgm:pt>
    <dgm:pt modelId="{8EBFDF2F-FE9F-4D75-AB06-3FF963BEBE06}" type="sibTrans" cxnId="{06B2D3DD-23DD-4976-AA83-D1C9744C519A}">
      <dgm:prSet/>
      <dgm:spPr/>
      <dgm:t>
        <a:bodyPr/>
        <a:lstStyle/>
        <a:p>
          <a:endParaRPr lang="en-US"/>
        </a:p>
      </dgm:t>
    </dgm:pt>
    <dgm:pt modelId="{2C79B59D-55CC-43D1-84FF-1F72C1EA5CA0}">
      <dgm:prSet phldrT="[Text]"/>
      <dgm:spPr/>
      <dgm:t>
        <a:bodyPr/>
        <a:lstStyle/>
        <a:p>
          <a:r>
            <a:rPr lang="en-US" dirty="0"/>
            <a:t>User clicks "Create Test Design"</a:t>
          </a:r>
        </a:p>
      </dgm:t>
    </dgm:pt>
    <dgm:pt modelId="{2A9968B8-6719-4523-A30D-AD004DBC5CE9}" type="parTrans" cxnId="{E596EA5B-A3E1-4E2E-BCC2-0AE4130EBEFD}">
      <dgm:prSet/>
      <dgm:spPr/>
      <dgm:t>
        <a:bodyPr/>
        <a:lstStyle/>
        <a:p>
          <a:endParaRPr lang="en-US"/>
        </a:p>
      </dgm:t>
    </dgm:pt>
    <dgm:pt modelId="{CA918ADC-FDBC-4221-A4B1-F8F302D87602}" type="sibTrans" cxnId="{E596EA5B-A3E1-4E2E-BCC2-0AE4130EBEFD}">
      <dgm:prSet/>
      <dgm:spPr/>
      <dgm:t>
        <a:bodyPr/>
        <a:lstStyle/>
        <a:p>
          <a:endParaRPr lang="en-US"/>
        </a:p>
      </dgm:t>
    </dgm:pt>
    <dgm:pt modelId="{1AD10CCC-C68D-4FB6-B8E9-25E4E00319A8}" type="pres">
      <dgm:prSet presAssocID="{F01E505B-B999-4902-8BBE-FC2E53DFA8F8}" presName="rootnode" presStyleCnt="0">
        <dgm:presLayoutVars>
          <dgm:chMax/>
          <dgm:chPref/>
          <dgm:dir/>
          <dgm:animLvl val="lvl"/>
        </dgm:presLayoutVars>
      </dgm:prSet>
      <dgm:spPr/>
    </dgm:pt>
    <dgm:pt modelId="{2D65E39F-03BB-4BD4-9725-0BCF037C1807}" type="pres">
      <dgm:prSet presAssocID="{D20F5B80-737A-458A-B04A-EC2FCB366BE0}" presName="composite" presStyleCnt="0"/>
      <dgm:spPr/>
    </dgm:pt>
    <dgm:pt modelId="{49DF1845-A4B3-4E0C-8A07-0874BF8A3F30}" type="pres">
      <dgm:prSet presAssocID="{D20F5B80-737A-458A-B04A-EC2FCB366BE0}" presName="LShape" presStyleLbl="alignNode1" presStyleIdx="0" presStyleCnt="13"/>
      <dgm:spPr/>
    </dgm:pt>
    <dgm:pt modelId="{6BA886AE-6FC6-4AD2-B4E0-7DC62C7FBFDE}" type="pres">
      <dgm:prSet presAssocID="{D20F5B80-737A-458A-B04A-EC2FCB366BE0}" presName="ParentText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E0B21B47-17ED-48B3-A945-6112B72CB48B}" type="pres">
      <dgm:prSet presAssocID="{D20F5B80-737A-458A-B04A-EC2FCB366BE0}" presName="Triangle" presStyleLbl="alignNode1" presStyleIdx="1" presStyleCnt="13"/>
      <dgm:spPr/>
    </dgm:pt>
    <dgm:pt modelId="{5A599834-1116-4461-BF6F-893D7A0DFBE6}" type="pres">
      <dgm:prSet presAssocID="{E22D40DD-76AE-461F-B2DC-2659F74B4C7A}" presName="sibTrans" presStyleCnt="0"/>
      <dgm:spPr/>
    </dgm:pt>
    <dgm:pt modelId="{7DC70CA2-C139-40D5-845C-1FC2CB03470E}" type="pres">
      <dgm:prSet presAssocID="{E22D40DD-76AE-461F-B2DC-2659F74B4C7A}" presName="space" presStyleCnt="0"/>
      <dgm:spPr/>
    </dgm:pt>
    <dgm:pt modelId="{7A437BF3-EC02-4FED-BE9E-452904D5E896}" type="pres">
      <dgm:prSet presAssocID="{2C79B59D-55CC-43D1-84FF-1F72C1EA5CA0}" presName="composite" presStyleCnt="0"/>
      <dgm:spPr/>
    </dgm:pt>
    <dgm:pt modelId="{A05AD175-6C1C-4789-8680-D50A4EB0F077}" type="pres">
      <dgm:prSet presAssocID="{2C79B59D-55CC-43D1-84FF-1F72C1EA5CA0}" presName="LShape" presStyleLbl="alignNode1" presStyleIdx="2" presStyleCnt="13"/>
      <dgm:spPr/>
    </dgm:pt>
    <dgm:pt modelId="{A9CC7020-A67F-4247-AC88-564EB8825573}" type="pres">
      <dgm:prSet presAssocID="{2C79B59D-55CC-43D1-84FF-1F72C1EA5CA0}" presName="ParentText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1B6FC037-6794-4D1D-A399-22F2573EFDA6}" type="pres">
      <dgm:prSet presAssocID="{2C79B59D-55CC-43D1-84FF-1F72C1EA5CA0}" presName="Triangle" presStyleLbl="alignNode1" presStyleIdx="3" presStyleCnt="13"/>
      <dgm:spPr/>
    </dgm:pt>
    <dgm:pt modelId="{422D52C1-B3A7-4D64-B1FD-4A65787CCB27}" type="pres">
      <dgm:prSet presAssocID="{CA918ADC-FDBC-4221-A4B1-F8F302D87602}" presName="sibTrans" presStyleCnt="0"/>
      <dgm:spPr/>
    </dgm:pt>
    <dgm:pt modelId="{E151D528-79C8-4191-8DDB-CA6A8641A1C6}" type="pres">
      <dgm:prSet presAssocID="{CA918ADC-FDBC-4221-A4B1-F8F302D87602}" presName="space" presStyleCnt="0"/>
      <dgm:spPr/>
    </dgm:pt>
    <dgm:pt modelId="{F418280D-CCDE-492D-B418-5C68F2C20964}" type="pres">
      <dgm:prSet presAssocID="{8D09EEFC-C81B-4581-A87D-B042AAD96819}" presName="composite" presStyleCnt="0"/>
      <dgm:spPr/>
    </dgm:pt>
    <dgm:pt modelId="{E4E49268-A451-4B4B-9FC7-21FCDFD61201}" type="pres">
      <dgm:prSet presAssocID="{8D09EEFC-C81B-4581-A87D-B042AAD96819}" presName="LShape" presStyleLbl="alignNode1" presStyleIdx="4" presStyleCnt="13"/>
      <dgm:spPr/>
    </dgm:pt>
    <dgm:pt modelId="{5F56FA5E-DD67-45E1-9231-2D039711D4FB}" type="pres">
      <dgm:prSet presAssocID="{8D09EEFC-C81B-4581-A87D-B042AAD96819}" presName="ParentText" presStyleLbl="revTx" presStyleIdx="2" presStyleCnt="7">
        <dgm:presLayoutVars>
          <dgm:chMax val="0"/>
          <dgm:chPref val="0"/>
          <dgm:bulletEnabled val="1"/>
        </dgm:presLayoutVars>
      </dgm:prSet>
      <dgm:spPr/>
    </dgm:pt>
    <dgm:pt modelId="{96447115-5EBE-40E7-93FD-518637B05E03}" type="pres">
      <dgm:prSet presAssocID="{8D09EEFC-C81B-4581-A87D-B042AAD96819}" presName="Triangle" presStyleLbl="alignNode1" presStyleIdx="5" presStyleCnt="13"/>
      <dgm:spPr/>
    </dgm:pt>
    <dgm:pt modelId="{A1936DA6-8C89-480E-B4E8-2023F0B871BE}" type="pres">
      <dgm:prSet presAssocID="{ACA8DFE7-DAB8-431E-A4DB-D19F328936C5}" presName="sibTrans" presStyleCnt="0"/>
      <dgm:spPr/>
    </dgm:pt>
    <dgm:pt modelId="{0D51010E-5663-403D-BE33-38F6F9504DDB}" type="pres">
      <dgm:prSet presAssocID="{ACA8DFE7-DAB8-431E-A4DB-D19F328936C5}" presName="space" presStyleCnt="0"/>
      <dgm:spPr/>
    </dgm:pt>
    <dgm:pt modelId="{B9D2A099-7AB6-4178-926C-51AA44CE691B}" type="pres">
      <dgm:prSet presAssocID="{52FDF002-BD0C-4B99-8AF0-B8FAA966A0AE}" presName="composite" presStyleCnt="0"/>
      <dgm:spPr/>
    </dgm:pt>
    <dgm:pt modelId="{D340F117-90A3-4C32-B879-933775561A2C}" type="pres">
      <dgm:prSet presAssocID="{52FDF002-BD0C-4B99-8AF0-B8FAA966A0AE}" presName="LShape" presStyleLbl="alignNode1" presStyleIdx="6" presStyleCnt="13"/>
      <dgm:spPr/>
    </dgm:pt>
    <dgm:pt modelId="{2C897197-F4FB-4372-A765-3B58DB04625A}" type="pres">
      <dgm:prSet presAssocID="{52FDF002-BD0C-4B99-8AF0-B8FAA966A0AE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6E2954A7-0749-42DA-A3E7-58CB704134EF}" type="pres">
      <dgm:prSet presAssocID="{52FDF002-BD0C-4B99-8AF0-B8FAA966A0AE}" presName="Triangle" presStyleLbl="alignNode1" presStyleIdx="7" presStyleCnt="13"/>
      <dgm:spPr/>
    </dgm:pt>
    <dgm:pt modelId="{D966409E-C4BC-4E93-8D51-9A3EE0EBA5B3}" type="pres">
      <dgm:prSet presAssocID="{9E5B3754-D491-4172-8B3B-989565A9FE60}" presName="sibTrans" presStyleCnt="0"/>
      <dgm:spPr/>
    </dgm:pt>
    <dgm:pt modelId="{5C608576-69EE-4C0D-9D57-B7032929DEA5}" type="pres">
      <dgm:prSet presAssocID="{9E5B3754-D491-4172-8B3B-989565A9FE60}" presName="space" presStyleCnt="0"/>
      <dgm:spPr/>
    </dgm:pt>
    <dgm:pt modelId="{D4F4CE78-3D67-465F-8DB9-8789C901BDAD}" type="pres">
      <dgm:prSet presAssocID="{519AE473-BB04-480B-B0B4-F090188207B6}" presName="composite" presStyleCnt="0"/>
      <dgm:spPr/>
    </dgm:pt>
    <dgm:pt modelId="{D449F388-8360-4594-970E-AA4E70918259}" type="pres">
      <dgm:prSet presAssocID="{519AE473-BB04-480B-B0B4-F090188207B6}" presName="LShape" presStyleLbl="alignNode1" presStyleIdx="8" presStyleCnt="13"/>
      <dgm:spPr/>
    </dgm:pt>
    <dgm:pt modelId="{B86EC4E1-CC9F-44EB-BD75-6EC01B48EE5D}" type="pres">
      <dgm:prSet presAssocID="{519AE473-BB04-480B-B0B4-F090188207B6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8F3A41D2-5011-40DB-9290-578F07993ACA}" type="pres">
      <dgm:prSet presAssocID="{519AE473-BB04-480B-B0B4-F090188207B6}" presName="Triangle" presStyleLbl="alignNode1" presStyleIdx="9" presStyleCnt="13"/>
      <dgm:spPr/>
    </dgm:pt>
    <dgm:pt modelId="{3ABE487C-3ACE-4DD9-ADAE-2CC8B599ABCE}" type="pres">
      <dgm:prSet presAssocID="{8EBFDF2F-FE9F-4D75-AB06-3FF963BEBE06}" presName="sibTrans" presStyleCnt="0"/>
      <dgm:spPr/>
    </dgm:pt>
    <dgm:pt modelId="{D3BDCA36-459C-4584-A5E0-7393AC45D02E}" type="pres">
      <dgm:prSet presAssocID="{8EBFDF2F-FE9F-4D75-AB06-3FF963BEBE06}" presName="space" presStyleCnt="0"/>
      <dgm:spPr/>
    </dgm:pt>
    <dgm:pt modelId="{B14A7D34-BFFA-409C-8682-43ACC1FFC2F2}" type="pres">
      <dgm:prSet presAssocID="{82F77F6D-2346-43B0-AFBA-439D665505A7}" presName="composite" presStyleCnt="0"/>
      <dgm:spPr/>
    </dgm:pt>
    <dgm:pt modelId="{8579F25D-7244-4DBE-BE27-C9626FB72FB7}" type="pres">
      <dgm:prSet presAssocID="{82F77F6D-2346-43B0-AFBA-439D665505A7}" presName="LShape" presStyleLbl="alignNode1" presStyleIdx="10" presStyleCnt="13"/>
      <dgm:spPr/>
    </dgm:pt>
    <dgm:pt modelId="{45E6188E-BE2E-40C2-9766-7AAE12A106F3}" type="pres">
      <dgm:prSet presAssocID="{82F77F6D-2346-43B0-AFBA-439D665505A7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558BC0D6-60BE-4B2B-BAC1-AAA6DA4AE1FC}" type="pres">
      <dgm:prSet presAssocID="{82F77F6D-2346-43B0-AFBA-439D665505A7}" presName="Triangle" presStyleLbl="alignNode1" presStyleIdx="11" presStyleCnt="13"/>
      <dgm:spPr/>
    </dgm:pt>
    <dgm:pt modelId="{6754ED42-8AD3-480F-8EE5-6DA144CAC532}" type="pres">
      <dgm:prSet presAssocID="{BDB046EC-8CAA-43F9-A9AF-089327F6E5ED}" presName="sibTrans" presStyleCnt="0"/>
      <dgm:spPr/>
    </dgm:pt>
    <dgm:pt modelId="{B82BA7F8-A9C2-4957-B5D0-0B3726EABA65}" type="pres">
      <dgm:prSet presAssocID="{BDB046EC-8CAA-43F9-A9AF-089327F6E5ED}" presName="space" presStyleCnt="0"/>
      <dgm:spPr/>
    </dgm:pt>
    <dgm:pt modelId="{092C9EC9-686B-427D-A378-305836478E84}" type="pres">
      <dgm:prSet presAssocID="{B5C2097C-AA41-4876-814E-594F24340A2B}" presName="composite" presStyleCnt="0"/>
      <dgm:spPr/>
    </dgm:pt>
    <dgm:pt modelId="{6B4DDC5A-A6A6-4D2C-A515-47D81E3C2031}" type="pres">
      <dgm:prSet presAssocID="{B5C2097C-AA41-4876-814E-594F24340A2B}" presName="LShape" presStyleLbl="alignNode1" presStyleIdx="12" presStyleCnt="13"/>
      <dgm:spPr/>
    </dgm:pt>
    <dgm:pt modelId="{FEEF0C21-53A5-4E8E-A88A-364B02273F5F}" type="pres">
      <dgm:prSet presAssocID="{B5C2097C-AA41-4876-814E-594F24340A2B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EB77F1A-C2C4-438F-814A-FB0294C60470}" type="presOf" srcId="{F01E505B-B999-4902-8BBE-FC2E53DFA8F8}" destId="{1AD10CCC-C68D-4FB6-B8E9-25E4E00319A8}" srcOrd="0" destOrd="0" presId="urn:microsoft.com/office/officeart/2009/3/layout/StepUpProcess"/>
    <dgm:cxn modelId="{0B93DD1D-16CE-47D7-ABA2-6FDA9F24B4EC}" srcId="{F01E505B-B999-4902-8BBE-FC2E53DFA8F8}" destId="{82F77F6D-2346-43B0-AFBA-439D665505A7}" srcOrd="5" destOrd="0" parTransId="{409B1256-D54E-4130-ABCA-7F66760DC278}" sibTransId="{BDB046EC-8CAA-43F9-A9AF-089327F6E5ED}"/>
    <dgm:cxn modelId="{C8D3662D-96BC-4618-B262-183FE80C632D}" type="presOf" srcId="{519AE473-BB04-480B-B0B4-F090188207B6}" destId="{B86EC4E1-CC9F-44EB-BD75-6EC01B48EE5D}" srcOrd="0" destOrd="0" presId="urn:microsoft.com/office/officeart/2009/3/layout/StepUpProcess"/>
    <dgm:cxn modelId="{E596EA5B-A3E1-4E2E-BCC2-0AE4130EBEFD}" srcId="{F01E505B-B999-4902-8BBE-FC2E53DFA8F8}" destId="{2C79B59D-55CC-43D1-84FF-1F72C1EA5CA0}" srcOrd="1" destOrd="0" parTransId="{2A9968B8-6719-4523-A30D-AD004DBC5CE9}" sibTransId="{CA918ADC-FDBC-4221-A4B1-F8F302D87602}"/>
    <dgm:cxn modelId="{33437664-D287-4E7F-ADCD-4C3A14E1A4EC}" type="presOf" srcId="{D20F5B80-737A-458A-B04A-EC2FCB366BE0}" destId="{6BA886AE-6FC6-4AD2-B4E0-7DC62C7FBFDE}" srcOrd="0" destOrd="0" presId="urn:microsoft.com/office/officeart/2009/3/layout/StepUpProcess"/>
    <dgm:cxn modelId="{53397646-8B05-4D9D-B8F9-19ACE9C2C947}" type="presOf" srcId="{82F77F6D-2346-43B0-AFBA-439D665505A7}" destId="{45E6188E-BE2E-40C2-9766-7AAE12A106F3}" srcOrd="0" destOrd="0" presId="urn:microsoft.com/office/officeart/2009/3/layout/StepUpProcess"/>
    <dgm:cxn modelId="{9500886C-51A7-43E1-BE56-5577AFD216DB}" type="presOf" srcId="{8D09EEFC-C81B-4581-A87D-B042AAD96819}" destId="{5F56FA5E-DD67-45E1-9231-2D039711D4FB}" srcOrd="0" destOrd="0" presId="urn:microsoft.com/office/officeart/2009/3/layout/StepUpProcess"/>
    <dgm:cxn modelId="{E1D9BB6C-F511-4712-95A7-D7DAF80270FB}" srcId="{F01E505B-B999-4902-8BBE-FC2E53DFA8F8}" destId="{8D09EEFC-C81B-4581-A87D-B042AAD96819}" srcOrd="2" destOrd="0" parTransId="{F4194B57-5572-486A-BEE5-872FF55BAF8B}" sibTransId="{ACA8DFE7-DAB8-431E-A4DB-D19F328936C5}"/>
    <dgm:cxn modelId="{6A257859-4B4C-49A2-A367-E23CE4E0F3FE}" type="presOf" srcId="{2C79B59D-55CC-43D1-84FF-1F72C1EA5CA0}" destId="{A9CC7020-A67F-4247-AC88-564EB8825573}" srcOrd="0" destOrd="0" presId="urn:microsoft.com/office/officeart/2009/3/layout/StepUpProcess"/>
    <dgm:cxn modelId="{C13B3D8A-06F4-4B5C-86CB-F6DAC50F11A1}" srcId="{F01E505B-B999-4902-8BBE-FC2E53DFA8F8}" destId="{D20F5B80-737A-458A-B04A-EC2FCB366BE0}" srcOrd="0" destOrd="0" parTransId="{158C6224-C65F-4640-8351-143619CFF2BA}" sibTransId="{E22D40DD-76AE-461F-B2DC-2659F74B4C7A}"/>
    <dgm:cxn modelId="{BC572B8E-755B-431C-8CD9-8DE0EBF556F3}" type="presOf" srcId="{B5C2097C-AA41-4876-814E-594F24340A2B}" destId="{FEEF0C21-53A5-4E8E-A88A-364B02273F5F}" srcOrd="0" destOrd="0" presId="urn:microsoft.com/office/officeart/2009/3/layout/StepUpProcess"/>
    <dgm:cxn modelId="{0BC4EC90-4D9B-449A-B82B-321BA177B793}" type="presOf" srcId="{52FDF002-BD0C-4B99-8AF0-B8FAA966A0AE}" destId="{2C897197-F4FB-4372-A765-3B58DB04625A}" srcOrd="0" destOrd="0" presId="urn:microsoft.com/office/officeart/2009/3/layout/StepUpProcess"/>
    <dgm:cxn modelId="{E26217AE-4806-476A-B669-D6B70C5FABC2}" srcId="{F01E505B-B999-4902-8BBE-FC2E53DFA8F8}" destId="{52FDF002-BD0C-4B99-8AF0-B8FAA966A0AE}" srcOrd="3" destOrd="0" parTransId="{BFBCEB9E-99EC-42AC-ADA6-0F2CD580C97E}" sibTransId="{9E5B3754-D491-4172-8B3B-989565A9FE60}"/>
    <dgm:cxn modelId="{06B2D3DD-23DD-4976-AA83-D1C9744C519A}" srcId="{F01E505B-B999-4902-8BBE-FC2E53DFA8F8}" destId="{519AE473-BB04-480B-B0B4-F090188207B6}" srcOrd="4" destOrd="0" parTransId="{EF577709-8F59-4D62-A753-C9A166388BC1}" sibTransId="{8EBFDF2F-FE9F-4D75-AB06-3FF963BEBE06}"/>
    <dgm:cxn modelId="{D028DFE3-C655-47D7-A889-8E7B6916D23C}" srcId="{F01E505B-B999-4902-8BBE-FC2E53DFA8F8}" destId="{B5C2097C-AA41-4876-814E-594F24340A2B}" srcOrd="6" destOrd="0" parTransId="{951AAB9D-93F3-41E9-96FA-B4B17A0BCCE6}" sibTransId="{FB028AE1-DA17-46FF-AF7C-2846E7A7B7D3}"/>
    <dgm:cxn modelId="{96C46AF3-5E60-4AE7-A1D7-F65DF5440B21}" type="presParOf" srcId="{1AD10CCC-C68D-4FB6-B8E9-25E4E00319A8}" destId="{2D65E39F-03BB-4BD4-9725-0BCF037C1807}" srcOrd="0" destOrd="0" presId="urn:microsoft.com/office/officeart/2009/3/layout/StepUpProcess"/>
    <dgm:cxn modelId="{85EAD1AE-9A0D-4D8F-9B39-A0D7BF0ACEED}" type="presParOf" srcId="{2D65E39F-03BB-4BD4-9725-0BCF037C1807}" destId="{49DF1845-A4B3-4E0C-8A07-0874BF8A3F30}" srcOrd="0" destOrd="0" presId="urn:microsoft.com/office/officeart/2009/3/layout/StepUpProcess"/>
    <dgm:cxn modelId="{4B06D9C2-C1AD-40D3-843E-F728ECC4713B}" type="presParOf" srcId="{2D65E39F-03BB-4BD4-9725-0BCF037C1807}" destId="{6BA886AE-6FC6-4AD2-B4E0-7DC62C7FBFDE}" srcOrd="1" destOrd="0" presId="urn:microsoft.com/office/officeart/2009/3/layout/StepUpProcess"/>
    <dgm:cxn modelId="{CA17F1C4-B83D-43A9-A20A-2213F33661D7}" type="presParOf" srcId="{2D65E39F-03BB-4BD4-9725-0BCF037C1807}" destId="{E0B21B47-17ED-48B3-A945-6112B72CB48B}" srcOrd="2" destOrd="0" presId="urn:microsoft.com/office/officeart/2009/3/layout/StepUpProcess"/>
    <dgm:cxn modelId="{56B013FC-DFFB-4E5D-8C66-CB3E7DDFDD19}" type="presParOf" srcId="{1AD10CCC-C68D-4FB6-B8E9-25E4E00319A8}" destId="{5A599834-1116-4461-BF6F-893D7A0DFBE6}" srcOrd="1" destOrd="0" presId="urn:microsoft.com/office/officeart/2009/3/layout/StepUpProcess"/>
    <dgm:cxn modelId="{BD120BCB-0301-4996-94CD-D1BE53C0070E}" type="presParOf" srcId="{5A599834-1116-4461-BF6F-893D7A0DFBE6}" destId="{7DC70CA2-C139-40D5-845C-1FC2CB03470E}" srcOrd="0" destOrd="0" presId="urn:microsoft.com/office/officeart/2009/3/layout/StepUpProcess"/>
    <dgm:cxn modelId="{60FC1F79-2A5A-4B62-98C2-8C519B5F4AD6}" type="presParOf" srcId="{1AD10CCC-C68D-4FB6-B8E9-25E4E00319A8}" destId="{7A437BF3-EC02-4FED-BE9E-452904D5E896}" srcOrd="2" destOrd="0" presId="urn:microsoft.com/office/officeart/2009/3/layout/StepUpProcess"/>
    <dgm:cxn modelId="{49947635-D8D6-43A1-9920-BEB8B7B8182E}" type="presParOf" srcId="{7A437BF3-EC02-4FED-BE9E-452904D5E896}" destId="{A05AD175-6C1C-4789-8680-D50A4EB0F077}" srcOrd="0" destOrd="0" presId="urn:microsoft.com/office/officeart/2009/3/layout/StepUpProcess"/>
    <dgm:cxn modelId="{3E06F0EA-029E-4736-A39E-D42EA78A75FF}" type="presParOf" srcId="{7A437BF3-EC02-4FED-BE9E-452904D5E896}" destId="{A9CC7020-A67F-4247-AC88-564EB8825573}" srcOrd="1" destOrd="0" presId="urn:microsoft.com/office/officeart/2009/3/layout/StepUpProcess"/>
    <dgm:cxn modelId="{43FF254E-C0C7-4E85-990A-6A2F44F346ED}" type="presParOf" srcId="{7A437BF3-EC02-4FED-BE9E-452904D5E896}" destId="{1B6FC037-6794-4D1D-A399-22F2573EFDA6}" srcOrd="2" destOrd="0" presId="urn:microsoft.com/office/officeart/2009/3/layout/StepUpProcess"/>
    <dgm:cxn modelId="{A4149245-BE64-4957-8F4D-DDA6219D8884}" type="presParOf" srcId="{1AD10CCC-C68D-4FB6-B8E9-25E4E00319A8}" destId="{422D52C1-B3A7-4D64-B1FD-4A65787CCB27}" srcOrd="3" destOrd="0" presId="urn:microsoft.com/office/officeart/2009/3/layout/StepUpProcess"/>
    <dgm:cxn modelId="{C6EDB871-E8F7-4D68-84AB-51EE67FEAF02}" type="presParOf" srcId="{422D52C1-B3A7-4D64-B1FD-4A65787CCB27}" destId="{E151D528-79C8-4191-8DDB-CA6A8641A1C6}" srcOrd="0" destOrd="0" presId="urn:microsoft.com/office/officeart/2009/3/layout/StepUpProcess"/>
    <dgm:cxn modelId="{E9D37D7E-F5E7-4BFC-BB23-87C397A88AE5}" type="presParOf" srcId="{1AD10CCC-C68D-4FB6-B8E9-25E4E00319A8}" destId="{F418280D-CCDE-492D-B418-5C68F2C20964}" srcOrd="4" destOrd="0" presId="urn:microsoft.com/office/officeart/2009/3/layout/StepUpProcess"/>
    <dgm:cxn modelId="{7AC47C07-9513-490C-B7BD-A41187B74B36}" type="presParOf" srcId="{F418280D-CCDE-492D-B418-5C68F2C20964}" destId="{E4E49268-A451-4B4B-9FC7-21FCDFD61201}" srcOrd="0" destOrd="0" presId="urn:microsoft.com/office/officeart/2009/3/layout/StepUpProcess"/>
    <dgm:cxn modelId="{EA52E7D9-E6F5-401A-A325-F5FC07A7901E}" type="presParOf" srcId="{F418280D-CCDE-492D-B418-5C68F2C20964}" destId="{5F56FA5E-DD67-45E1-9231-2D039711D4FB}" srcOrd="1" destOrd="0" presId="urn:microsoft.com/office/officeart/2009/3/layout/StepUpProcess"/>
    <dgm:cxn modelId="{B18F6FE5-4392-4704-B550-9DFB9A3899FF}" type="presParOf" srcId="{F418280D-CCDE-492D-B418-5C68F2C20964}" destId="{96447115-5EBE-40E7-93FD-518637B05E03}" srcOrd="2" destOrd="0" presId="urn:microsoft.com/office/officeart/2009/3/layout/StepUpProcess"/>
    <dgm:cxn modelId="{CD2F6F20-1CF5-4D7E-87EA-1559BBEBB510}" type="presParOf" srcId="{1AD10CCC-C68D-4FB6-B8E9-25E4E00319A8}" destId="{A1936DA6-8C89-480E-B4E8-2023F0B871BE}" srcOrd="5" destOrd="0" presId="urn:microsoft.com/office/officeart/2009/3/layout/StepUpProcess"/>
    <dgm:cxn modelId="{170D0569-BCA6-4980-A3ED-6B09B3AA9233}" type="presParOf" srcId="{A1936DA6-8C89-480E-B4E8-2023F0B871BE}" destId="{0D51010E-5663-403D-BE33-38F6F9504DDB}" srcOrd="0" destOrd="0" presId="urn:microsoft.com/office/officeart/2009/3/layout/StepUpProcess"/>
    <dgm:cxn modelId="{D6A1C6ED-4ECD-472D-9CCE-E0DC691E926B}" type="presParOf" srcId="{1AD10CCC-C68D-4FB6-B8E9-25E4E00319A8}" destId="{B9D2A099-7AB6-4178-926C-51AA44CE691B}" srcOrd="6" destOrd="0" presId="urn:microsoft.com/office/officeart/2009/3/layout/StepUpProcess"/>
    <dgm:cxn modelId="{E17C8A42-F3D3-476D-9D7C-2FD98987C2E3}" type="presParOf" srcId="{B9D2A099-7AB6-4178-926C-51AA44CE691B}" destId="{D340F117-90A3-4C32-B879-933775561A2C}" srcOrd="0" destOrd="0" presId="urn:microsoft.com/office/officeart/2009/3/layout/StepUpProcess"/>
    <dgm:cxn modelId="{755F1CB0-27F6-4380-BE79-490F1A57CE13}" type="presParOf" srcId="{B9D2A099-7AB6-4178-926C-51AA44CE691B}" destId="{2C897197-F4FB-4372-A765-3B58DB04625A}" srcOrd="1" destOrd="0" presId="urn:microsoft.com/office/officeart/2009/3/layout/StepUpProcess"/>
    <dgm:cxn modelId="{54D3FC13-B391-4F44-B3D1-E7152305630C}" type="presParOf" srcId="{B9D2A099-7AB6-4178-926C-51AA44CE691B}" destId="{6E2954A7-0749-42DA-A3E7-58CB704134EF}" srcOrd="2" destOrd="0" presId="urn:microsoft.com/office/officeart/2009/3/layout/StepUpProcess"/>
    <dgm:cxn modelId="{DC61A121-D66A-479B-94F0-AC59CA10D6F2}" type="presParOf" srcId="{1AD10CCC-C68D-4FB6-B8E9-25E4E00319A8}" destId="{D966409E-C4BC-4E93-8D51-9A3EE0EBA5B3}" srcOrd="7" destOrd="0" presId="urn:microsoft.com/office/officeart/2009/3/layout/StepUpProcess"/>
    <dgm:cxn modelId="{D24378DD-E7F7-462F-87A6-B5746783D325}" type="presParOf" srcId="{D966409E-C4BC-4E93-8D51-9A3EE0EBA5B3}" destId="{5C608576-69EE-4C0D-9D57-B7032929DEA5}" srcOrd="0" destOrd="0" presId="urn:microsoft.com/office/officeart/2009/3/layout/StepUpProcess"/>
    <dgm:cxn modelId="{332AAC28-CE27-475E-9CB3-49E964ADCF81}" type="presParOf" srcId="{1AD10CCC-C68D-4FB6-B8E9-25E4E00319A8}" destId="{D4F4CE78-3D67-465F-8DB9-8789C901BDAD}" srcOrd="8" destOrd="0" presId="urn:microsoft.com/office/officeart/2009/3/layout/StepUpProcess"/>
    <dgm:cxn modelId="{27C97F91-3E60-46C8-AD34-D803703B4FCD}" type="presParOf" srcId="{D4F4CE78-3D67-465F-8DB9-8789C901BDAD}" destId="{D449F388-8360-4594-970E-AA4E70918259}" srcOrd="0" destOrd="0" presId="urn:microsoft.com/office/officeart/2009/3/layout/StepUpProcess"/>
    <dgm:cxn modelId="{8ED908EF-08ED-4EFE-9996-A7FCFC3694C8}" type="presParOf" srcId="{D4F4CE78-3D67-465F-8DB9-8789C901BDAD}" destId="{B86EC4E1-CC9F-44EB-BD75-6EC01B48EE5D}" srcOrd="1" destOrd="0" presId="urn:microsoft.com/office/officeart/2009/3/layout/StepUpProcess"/>
    <dgm:cxn modelId="{95A991E2-452C-40C5-960B-B4FDC2D6BF97}" type="presParOf" srcId="{D4F4CE78-3D67-465F-8DB9-8789C901BDAD}" destId="{8F3A41D2-5011-40DB-9290-578F07993ACA}" srcOrd="2" destOrd="0" presId="urn:microsoft.com/office/officeart/2009/3/layout/StepUpProcess"/>
    <dgm:cxn modelId="{7FC3057E-7528-4C82-8AAB-B472582570ED}" type="presParOf" srcId="{1AD10CCC-C68D-4FB6-B8E9-25E4E00319A8}" destId="{3ABE487C-3ACE-4DD9-ADAE-2CC8B599ABCE}" srcOrd="9" destOrd="0" presId="urn:microsoft.com/office/officeart/2009/3/layout/StepUpProcess"/>
    <dgm:cxn modelId="{16964369-F891-459A-A52C-BE968415837A}" type="presParOf" srcId="{3ABE487C-3ACE-4DD9-ADAE-2CC8B599ABCE}" destId="{D3BDCA36-459C-4584-A5E0-7393AC45D02E}" srcOrd="0" destOrd="0" presId="urn:microsoft.com/office/officeart/2009/3/layout/StepUpProcess"/>
    <dgm:cxn modelId="{2F10C79F-E76A-4CDA-BE8F-59E7BEAB3F66}" type="presParOf" srcId="{1AD10CCC-C68D-4FB6-B8E9-25E4E00319A8}" destId="{B14A7D34-BFFA-409C-8682-43ACC1FFC2F2}" srcOrd="10" destOrd="0" presId="urn:microsoft.com/office/officeart/2009/3/layout/StepUpProcess"/>
    <dgm:cxn modelId="{A1DCE353-3FCB-425B-9143-5E9D2BE4C836}" type="presParOf" srcId="{B14A7D34-BFFA-409C-8682-43ACC1FFC2F2}" destId="{8579F25D-7244-4DBE-BE27-C9626FB72FB7}" srcOrd="0" destOrd="0" presId="urn:microsoft.com/office/officeart/2009/3/layout/StepUpProcess"/>
    <dgm:cxn modelId="{D6CBEEBC-183A-4020-AE07-AE8889FB50AD}" type="presParOf" srcId="{B14A7D34-BFFA-409C-8682-43ACC1FFC2F2}" destId="{45E6188E-BE2E-40C2-9766-7AAE12A106F3}" srcOrd="1" destOrd="0" presId="urn:microsoft.com/office/officeart/2009/3/layout/StepUpProcess"/>
    <dgm:cxn modelId="{1605CB70-C6D3-48F2-95C3-26DBCAEAEBDC}" type="presParOf" srcId="{B14A7D34-BFFA-409C-8682-43ACC1FFC2F2}" destId="{558BC0D6-60BE-4B2B-BAC1-AAA6DA4AE1FC}" srcOrd="2" destOrd="0" presId="urn:microsoft.com/office/officeart/2009/3/layout/StepUpProcess"/>
    <dgm:cxn modelId="{7702E5AB-9F41-4ABF-A78B-1B4CD76BE498}" type="presParOf" srcId="{1AD10CCC-C68D-4FB6-B8E9-25E4E00319A8}" destId="{6754ED42-8AD3-480F-8EE5-6DA144CAC532}" srcOrd="11" destOrd="0" presId="urn:microsoft.com/office/officeart/2009/3/layout/StepUpProcess"/>
    <dgm:cxn modelId="{6DD8A258-378F-4549-A7F7-00629FD7A78A}" type="presParOf" srcId="{6754ED42-8AD3-480F-8EE5-6DA144CAC532}" destId="{B82BA7F8-A9C2-4957-B5D0-0B3726EABA65}" srcOrd="0" destOrd="0" presId="urn:microsoft.com/office/officeart/2009/3/layout/StepUpProcess"/>
    <dgm:cxn modelId="{F4B57417-2D51-4AEE-9803-DB1318D4CEA7}" type="presParOf" srcId="{1AD10CCC-C68D-4FB6-B8E9-25E4E00319A8}" destId="{092C9EC9-686B-427D-A378-305836478E84}" srcOrd="12" destOrd="0" presId="urn:microsoft.com/office/officeart/2009/3/layout/StepUpProcess"/>
    <dgm:cxn modelId="{D21AB585-15B9-44F7-8656-4DB5E45402D7}" type="presParOf" srcId="{092C9EC9-686B-427D-A378-305836478E84}" destId="{6B4DDC5A-A6A6-4D2C-A515-47D81E3C2031}" srcOrd="0" destOrd="0" presId="urn:microsoft.com/office/officeart/2009/3/layout/StepUpProcess"/>
    <dgm:cxn modelId="{C2F3CCD5-9CD8-4C4E-B9D7-E1DB6C6EE006}" type="presParOf" srcId="{092C9EC9-686B-427D-A378-305836478E84}" destId="{FEEF0C21-53A5-4E8E-A88A-364B02273F5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5B844-7930-4920-AC08-ACE75D102E30}">
      <dsp:nvSpPr>
        <dsp:cNvPr id="0" name=""/>
        <dsp:cNvSpPr/>
      </dsp:nvSpPr>
      <dsp:spPr>
        <a:xfrm>
          <a:off x="0" y="4799"/>
          <a:ext cx="245427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🧠 Understand User Stories</a:t>
          </a:r>
          <a:endParaRPr lang="en-US" sz="2000" kern="1200" dirty="0"/>
        </a:p>
      </dsp:txBody>
      <dsp:txXfrm>
        <a:off x="0" y="4799"/>
        <a:ext cx="2454274" cy="970200"/>
      </dsp:txXfrm>
    </dsp:sp>
    <dsp:sp modelId="{95635AC2-DB58-4C00-AE57-9DEA693C74DA}">
      <dsp:nvSpPr>
        <dsp:cNvPr id="0" name=""/>
        <dsp:cNvSpPr/>
      </dsp:nvSpPr>
      <dsp:spPr>
        <a:xfrm>
          <a:off x="2454274" y="4799"/>
          <a:ext cx="490855" cy="970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C0B85-BEB5-4325-BAEA-B5F58BC9E2CF}">
      <dsp:nvSpPr>
        <dsp:cNvPr id="0" name=""/>
        <dsp:cNvSpPr/>
      </dsp:nvSpPr>
      <dsp:spPr>
        <a:xfrm>
          <a:off x="3141471" y="4799"/>
          <a:ext cx="6675628" cy="970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Parses natural language user stories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Extracts intent and testable actions</a:t>
          </a:r>
        </a:p>
      </dsp:txBody>
      <dsp:txXfrm>
        <a:off x="3141471" y="4799"/>
        <a:ext cx="6675628" cy="970200"/>
      </dsp:txXfrm>
    </dsp:sp>
    <dsp:sp modelId="{9233214B-AA0C-48AE-A9FC-EF622A98E025}">
      <dsp:nvSpPr>
        <dsp:cNvPr id="0" name=""/>
        <dsp:cNvSpPr/>
      </dsp:nvSpPr>
      <dsp:spPr>
        <a:xfrm>
          <a:off x="0" y="1151399"/>
          <a:ext cx="245427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🧾 Generate Test </a:t>
          </a:r>
          <a:r>
            <a:rPr lang="en-US" sz="2000" b="1" kern="1200" dirty="0">
              <a:ln>
                <a:solidFill>
                  <a:schemeClr val="bg1">
                    <a:lumMod val="75000"/>
                  </a:schemeClr>
                </a:solidFill>
              </a:ln>
            </a:rPr>
            <a:t>Cases</a:t>
          </a:r>
        </a:p>
      </dsp:txBody>
      <dsp:txXfrm>
        <a:off x="0" y="1151399"/>
        <a:ext cx="2454274" cy="970200"/>
      </dsp:txXfrm>
    </dsp:sp>
    <dsp:sp modelId="{51721316-5674-49EF-BF64-9789DED587ED}">
      <dsp:nvSpPr>
        <dsp:cNvPr id="0" name=""/>
        <dsp:cNvSpPr/>
      </dsp:nvSpPr>
      <dsp:spPr>
        <a:xfrm>
          <a:off x="2454274" y="1151399"/>
          <a:ext cx="490855" cy="970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BEC99-082F-44D8-83E4-9A05EE95A514}">
      <dsp:nvSpPr>
        <dsp:cNvPr id="0" name=""/>
        <dsp:cNvSpPr/>
      </dsp:nvSpPr>
      <dsp:spPr>
        <a:xfrm>
          <a:off x="3141471" y="1151399"/>
          <a:ext cx="6675628" cy="970200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Auto-creates step-by-step test designs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Aligns with QA standards and structure</a:t>
          </a:r>
        </a:p>
      </dsp:txBody>
      <dsp:txXfrm>
        <a:off x="3141471" y="1151399"/>
        <a:ext cx="6675628" cy="970200"/>
      </dsp:txXfrm>
    </dsp:sp>
    <dsp:sp modelId="{E4FB5BD8-0575-4718-AC04-5AD43501FC32}">
      <dsp:nvSpPr>
        <dsp:cNvPr id="0" name=""/>
        <dsp:cNvSpPr/>
      </dsp:nvSpPr>
      <dsp:spPr>
        <a:xfrm>
          <a:off x="0" y="2298000"/>
          <a:ext cx="245427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🔁 Enable Iterative Refinement</a:t>
          </a:r>
        </a:p>
      </dsp:txBody>
      <dsp:txXfrm>
        <a:off x="0" y="2298000"/>
        <a:ext cx="2454274" cy="970200"/>
      </dsp:txXfrm>
    </dsp:sp>
    <dsp:sp modelId="{113C85E0-C8AE-49C7-B76B-0F08C5E5875F}">
      <dsp:nvSpPr>
        <dsp:cNvPr id="0" name=""/>
        <dsp:cNvSpPr/>
      </dsp:nvSpPr>
      <dsp:spPr>
        <a:xfrm>
          <a:off x="2454274" y="2298000"/>
          <a:ext cx="490855" cy="970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784D5-6810-4FF8-A4F9-5033AD9D2A1A}">
      <dsp:nvSpPr>
        <dsp:cNvPr id="0" name=""/>
        <dsp:cNvSpPr/>
      </dsp:nvSpPr>
      <dsp:spPr>
        <a:xfrm>
          <a:off x="3141471" y="2298000"/>
          <a:ext cx="6675628" cy="970200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Accepts human feedback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Updates test cases in real time</a:t>
          </a:r>
        </a:p>
      </dsp:txBody>
      <dsp:txXfrm>
        <a:off x="3141471" y="2298000"/>
        <a:ext cx="6675628" cy="970200"/>
      </dsp:txXfrm>
    </dsp:sp>
    <dsp:sp modelId="{9FD98287-9898-43B6-AE90-76959DD1FFEA}">
      <dsp:nvSpPr>
        <dsp:cNvPr id="0" name=""/>
        <dsp:cNvSpPr/>
      </dsp:nvSpPr>
      <dsp:spPr>
        <a:xfrm>
          <a:off x="0" y="3444600"/>
          <a:ext cx="245427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📤 Export to Excel</a:t>
          </a:r>
        </a:p>
      </dsp:txBody>
      <dsp:txXfrm>
        <a:off x="0" y="3444600"/>
        <a:ext cx="2454274" cy="970200"/>
      </dsp:txXfrm>
    </dsp:sp>
    <dsp:sp modelId="{BEBB55ED-E44E-4531-9E89-3890BCE34D64}">
      <dsp:nvSpPr>
        <dsp:cNvPr id="0" name=""/>
        <dsp:cNvSpPr/>
      </dsp:nvSpPr>
      <dsp:spPr>
        <a:xfrm>
          <a:off x="2454274" y="3444600"/>
          <a:ext cx="490855" cy="970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9EFFE8-EF42-49B7-8E2E-C5B1D5DCCA3D}">
      <dsp:nvSpPr>
        <dsp:cNvPr id="0" name=""/>
        <dsp:cNvSpPr/>
      </dsp:nvSpPr>
      <dsp:spPr>
        <a:xfrm>
          <a:off x="3141471" y="3444600"/>
          <a:ext cx="6675628" cy="970200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Generate Test Designs with one click Excel download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Ready for import into tools like Azure DevOps</a:t>
          </a:r>
        </a:p>
      </dsp:txBody>
      <dsp:txXfrm>
        <a:off x="3141471" y="3444600"/>
        <a:ext cx="6675628" cy="970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EEE11-DFB4-4CBF-8240-0DBE9310C13C}">
      <dsp:nvSpPr>
        <dsp:cNvPr id="0" name=""/>
        <dsp:cNvSpPr/>
      </dsp:nvSpPr>
      <dsp:spPr>
        <a:xfrm>
          <a:off x="423239" y="143"/>
          <a:ext cx="3038009" cy="18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LLM = Language brain</a:t>
          </a:r>
          <a:endParaRPr lang="en-US" sz="2400" kern="1200" dirty="0"/>
        </a:p>
      </dsp:txBody>
      <dsp:txXfrm>
        <a:off x="423239" y="143"/>
        <a:ext cx="3038009" cy="1822805"/>
      </dsp:txXfrm>
    </dsp:sp>
    <dsp:sp modelId="{420AEC25-2F47-4AF0-9129-8B0D7C2AF648}">
      <dsp:nvSpPr>
        <dsp:cNvPr id="0" name=""/>
        <dsp:cNvSpPr/>
      </dsp:nvSpPr>
      <dsp:spPr>
        <a:xfrm>
          <a:off x="3765050" y="143"/>
          <a:ext cx="3038009" cy="18228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GenAI = Creator</a:t>
          </a:r>
          <a:endParaRPr lang="en-US" sz="2400" b="1" kern="1200" dirty="0"/>
        </a:p>
      </dsp:txBody>
      <dsp:txXfrm>
        <a:off x="3765050" y="143"/>
        <a:ext cx="3038009" cy="1822805"/>
      </dsp:txXfrm>
    </dsp:sp>
    <dsp:sp modelId="{E900A54C-F74F-43AE-950F-E74C9DE715E7}">
      <dsp:nvSpPr>
        <dsp:cNvPr id="0" name=""/>
        <dsp:cNvSpPr/>
      </dsp:nvSpPr>
      <dsp:spPr>
        <a:xfrm>
          <a:off x="2094145" y="2126750"/>
          <a:ext cx="3038009" cy="18228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Agentic AI = Doer</a:t>
          </a:r>
        </a:p>
      </dsp:txBody>
      <dsp:txXfrm>
        <a:off x="2094145" y="2126750"/>
        <a:ext cx="3038009" cy="18228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F23EF-AE95-4042-B972-3E12D777E951}">
      <dsp:nvSpPr>
        <dsp:cNvPr id="0" name=""/>
        <dsp:cNvSpPr/>
      </dsp:nvSpPr>
      <dsp:spPr>
        <a:xfrm rot="5400000">
          <a:off x="6579473" y="-2830878"/>
          <a:ext cx="675924" cy="651052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Uploads user stories and displays test outputs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Enables quick feedback loop from users</a:t>
          </a:r>
        </a:p>
      </dsp:txBody>
      <dsp:txXfrm rot="-5400000">
        <a:off x="3662171" y="119420"/>
        <a:ext cx="6477532" cy="609932"/>
      </dsp:txXfrm>
    </dsp:sp>
    <dsp:sp modelId="{7D47C56B-578B-426A-9492-0BE673CDB7A3}">
      <dsp:nvSpPr>
        <dsp:cNvPr id="0" name=""/>
        <dsp:cNvSpPr/>
      </dsp:nvSpPr>
      <dsp:spPr>
        <a:xfrm>
          <a:off x="0" y="1932"/>
          <a:ext cx="3662172" cy="8449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🖼️ </a:t>
          </a:r>
          <a:r>
            <a:rPr lang="en-US" sz="2000" b="1" kern="1200" dirty="0" err="1"/>
            <a:t>Streamlit</a:t>
          </a:r>
          <a:r>
            <a:rPr lang="en-US" sz="2000" b="1" kern="1200" dirty="0"/>
            <a:t> – UI Layer</a:t>
          </a:r>
          <a:endParaRPr lang="en-US" sz="2000" kern="1200" dirty="0"/>
        </a:p>
      </dsp:txBody>
      <dsp:txXfrm>
        <a:off x="41245" y="43177"/>
        <a:ext cx="3579682" cy="762415"/>
      </dsp:txXfrm>
    </dsp:sp>
    <dsp:sp modelId="{2C395CC2-1427-484A-A4BC-E11274C29344}">
      <dsp:nvSpPr>
        <dsp:cNvPr id="0" name=""/>
        <dsp:cNvSpPr/>
      </dsp:nvSpPr>
      <dsp:spPr>
        <a:xfrm rot="5400000">
          <a:off x="6579473" y="-1943727"/>
          <a:ext cx="675924" cy="651052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Crafts structured prompts for LLM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Retrieves past context to improve accuracy</a:t>
          </a:r>
        </a:p>
      </dsp:txBody>
      <dsp:txXfrm rot="-5400000">
        <a:off x="3662171" y="1006571"/>
        <a:ext cx="6477532" cy="609932"/>
      </dsp:txXfrm>
    </dsp:sp>
    <dsp:sp modelId="{A00F4F86-AF2A-4FCE-A388-F12AF1F8D1EE}">
      <dsp:nvSpPr>
        <dsp:cNvPr id="0" name=""/>
        <dsp:cNvSpPr/>
      </dsp:nvSpPr>
      <dsp:spPr>
        <a:xfrm>
          <a:off x="0" y="889083"/>
          <a:ext cx="3662172" cy="8449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🧠 Prompt Engineering + RAG</a:t>
          </a:r>
        </a:p>
      </dsp:txBody>
      <dsp:txXfrm>
        <a:off x="41245" y="930328"/>
        <a:ext cx="3579682" cy="762415"/>
      </dsp:txXfrm>
    </dsp:sp>
    <dsp:sp modelId="{C2EE8786-D925-4782-BA3E-EC5E95E63D7E}">
      <dsp:nvSpPr>
        <dsp:cNvPr id="0" name=""/>
        <dsp:cNvSpPr/>
      </dsp:nvSpPr>
      <dsp:spPr>
        <a:xfrm rot="5400000">
          <a:off x="6579473" y="-1056576"/>
          <a:ext cx="675924" cy="651052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Stores semantic feedback and test cases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Enables fast, relevant memory retrieval</a:t>
          </a:r>
        </a:p>
      </dsp:txBody>
      <dsp:txXfrm rot="-5400000">
        <a:off x="3662171" y="1893722"/>
        <a:ext cx="6477532" cy="609932"/>
      </dsp:txXfrm>
    </dsp:sp>
    <dsp:sp modelId="{579C6736-9487-4721-AD7A-5465C313E8D1}">
      <dsp:nvSpPr>
        <dsp:cNvPr id="0" name=""/>
        <dsp:cNvSpPr/>
      </dsp:nvSpPr>
      <dsp:spPr>
        <a:xfrm>
          <a:off x="0" y="1776234"/>
          <a:ext cx="3662172" cy="8449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🧩Pinecone -Vector DB </a:t>
          </a:r>
        </a:p>
      </dsp:txBody>
      <dsp:txXfrm>
        <a:off x="41245" y="1817479"/>
        <a:ext cx="3579682" cy="762415"/>
      </dsp:txXfrm>
    </dsp:sp>
    <dsp:sp modelId="{D10021A7-2064-4BC0-A46E-D01C281CD8D6}">
      <dsp:nvSpPr>
        <dsp:cNvPr id="0" name=""/>
        <dsp:cNvSpPr/>
      </dsp:nvSpPr>
      <dsp:spPr>
        <a:xfrm rot="5400000">
          <a:off x="6579473" y="-169425"/>
          <a:ext cx="675924" cy="651052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Understands and generates test cases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Handles structured, context-rich input</a:t>
          </a:r>
        </a:p>
      </dsp:txBody>
      <dsp:txXfrm rot="-5400000">
        <a:off x="3662171" y="2780873"/>
        <a:ext cx="6477532" cy="609932"/>
      </dsp:txXfrm>
    </dsp:sp>
    <dsp:sp modelId="{7453D4EB-F99B-4CC0-98D2-66F394E40996}">
      <dsp:nvSpPr>
        <dsp:cNvPr id="0" name=""/>
        <dsp:cNvSpPr/>
      </dsp:nvSpPr>
      <dsp:spPr>
        <a:xfrm>
          <a:off x="0" y="2663385"/>
          <a:ext cx="3662172" cy="8449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/>
            <a:t>🔮 Gemini 1.5 Pro - LLM</a:t>
          </a:r>
        </a:p>
      </dsp:txBody>
      <dsp:txXfrm>
        <a:off x="41245" y="2704630"/>
        <a:ext cx="3579682" cy="762415"/>
      </dsp:txXfrm>
    </dsp:sp>
    <dsp:sp modelId="{0FA97544-78EC-4084-AA7E-B083E87CFE73}">
      <dsp:nvSpPr>
        <dsp:cNvPr id="0" name=""/>
        <dsp:cNvSpPr/>
      </dsp:nvSpPr>
      <dsp:spPr>
        <a:xfrm rot="5400000">
          <a:off x="6579473" y="717725"/>
          <a:ext cx="675924" cy="651052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Orchestrates LLM, tools, and memory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Supports multi-step reasoning and feedback</a:t>
          </a:r>
        </a:p>
      </dsp:txBody>
      <dsp:txXfrm rot="-5400000">
        <a:off x="3662171" y="3668023"/>
        <a:ext cx="6477532" cy="609932"/>
      </dsp:txXfrm>
    </dsp:sp>
    <dsp:sp modelId="{B590E35E-C2E6-41F0-A1FA-92CF3E3E6D65}">
      <dsp:nvSpPr>
        <dsp:cNvPr id="0" name=""/>
        <dsp:cNvSpPr/>
      </dsp:nvSpPr>
      <dsp:spPr>
        <a:xfrm>
          <a:off x="0" y="3550536"/>
          <a:ext cx="3662172" cy="8449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🤖 </a:t>
          </a:r>
          <a:r>
            <a:rPr lang="en-US" sz="2000" b="1" kern="1200" dirty="0" err="1"/>
            <a:t>LangChain</a:t>
          </a:r>
          <a:r>
            <a:rPr lang="en-US" sz="2000" b="1" kern="1200" dirty="0"/>
            <a:t> – Agentic Framework</a:t>
          </a:r>
        </a:p>
      </dsp:txBody>
      <dsp:txXfrm>
        <a:off x="41245" y="3591781"/>
        <a:ext cx="3579682" cy="7624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08BF6-41A1-4505-A7BA-821B4D3B16AF}">
      <dsp:nvSpPr>
        <dsp:cNvPr id="0" name=""/>
        <dsp:cNvSpPr/>
      </dsp:nvSpPr>
      <dsp:spPr>
        <a:xfrm>
          <a:off x="1292" y="965814"/>
          <a:ext cx="1624038" cy="7343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VS Code</a:t>
          </a:r>
        </a:p>
      </dsp:txBody>
      <dsp:txXfrm>
        <a:off x="1292" y="965814"/>
        <a:ext cx="1624038" cy="489600"/>
      </dsp:txXfrm>
    </dsp:sp>
    <dsp:sp modelId="{9DC65F10-2A1E-48DF-AC05-942EE396D162}">
      <dsp:nvSpPr>
        <dsp:cNvPr id="0" name=""/>
        <dsp:cNvSpPr/>
      </dsp:nvSpPr>
      <dsp:spPr>
        <a:xfrm>
          <a:off x="333926" y="1455414"/>
          <a:ext cx="1624038" cy="2080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push code</a:t>
          </a:r>
        </a:p>
      </dsp:txBody>
      <dsp:txXfrm>
        <a:off x="381492" y="1502980"/>
        <a:ext cx="1528906" cy="1985668"/>
      </dsp:txXfrm>
    </dsp:sp>
    <dsp:sp modelId="{A9259FAD-4A28-4709-AB0F-B78F74E97A7B}">
      <dsp:nvSpPr>
        <dsp:cNvPr id="0" name=""/>
        <dsp:cNvSpPr/>
      </dsp:nvSpPr>
      <dsp:spPr>
        <a:xfrm>
          <a:off x="1871528" y="1008445"/>
          <a:ext cx="521940" cy="404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71528" y="1089313"/>
        <a:ext cx="400639" cy="242602"/>
      </dsp:txXfrm>
    </dsp:sp>
    <dsp:sp modelId="{A1855D01-95FF-4225-942A-A5C1E24A121D}">
      <dsp:nvSpPr>
        <dsp:cNvPr id="0" name=""/>
        <dsp:cNvSpPr/>
      </dsp:nvSpPr>
      <dsp:spPr>
        <a:xfrm>
          <a:off x="2610123" y="965814"/>
          <a:ext cx="1624038" cy="7343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Azure Repos</a:t>
          </a:r>
        </a:p>
      </dsp:txBody>
      <dsp:txXfrm>
        <a:off x="2610123" y="965814"/>
        <a:ext cx="1624038" cy="489600"/>
      </dsp:txXfrm>
    </dsp:sp>
    <dsp:sp modelId="{0402604C-D14F-4D52-BAFA-DC33DCFD3708}">
      <dsp:nvSpPr>
        <dsp:cNvPr id="0" name=""/>
        <dsp:cNvSpPr/>
      </dsp:nvSpPr>
      <dsp:spPr>
        <a:xfrm>
          <a:off x="2942758" y="1455414"/>
          <a:ext cx="1624038" cy="2080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triggers</a:t>
          </a:r>
        </a:p>
      </dsp:txBody>
      <dsp:txXfrm>
        <a:off x="2990324" y="1502980"/>
        <a:ext cx="1528906" cy="1985668"/>
      </dsp:txXfrm>
    </dsp:sp>
    <dsp:sp modelId="{14999D7D-8139-4FF6-95C3-3D92302DBC9F}">
      <dsp:nvSpPr>
        <dsp:cNvPr id="0" name=""/>
        <dsp:cNvSpPr/>
      </dsp:nvSpPr>
      <dsp:spPr>
        <a:xfrm>
          <a:off x="4480360" y="1008445"/>
          <a:ext cx="521940" cy="404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480360" y="1089313"/>
        <a:ext cx="400639" cy="242602"/>
      </dsp:txXfrm>
    </dsp:sp>
    <dsp:sp modelId="{5F7CEB0B-E338-42A3-A056-87B7108D2AF0}">
      <dsp:nvSpPr>
        <dsp:cNvPr id="0" name=""/>
        <dsp:cNvSpPr/>
      </dsp:nvSpPr>
      <dsp:spPr>
        <a:xfrm>
          <a:off x="5218955" y="965814"/>
          <a:ext cx="1624038" cy="7343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Azure Pipelines</a:t>
          </a:r>
        </a:p>
      </dsp:txBody>
      <dsp:txXfrm>
        <a:off x="5218955" y="965814"/>
        <a:ext cx="1624038" cy="489600"/>
      </dsp:txXfrm>
    </dsp:sp>
    <dsp:sp modelId="{8525A61B-9E50-4950-9FD1-122FDCE72A27}">
      <dsp:nvSpPr>
        <dsp:cNvPr id="0" name=""/>
        <dsp:cNvSpPr/>
      </dsp:nvSpPr>
      <dsp:spPr>
        <a:xfrm>
          <a:off x="5551589" y="1455414"/>
          <a:ext cx="1624038" cy="2080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Builds and deploys</a:t>
          </a:r>
        </a:p>
      </dsp:txBody>
      <dsp:txXfrm>
        <a:off x="5599155" y="1502980"/>
        <a:ext cx="1528906" cy="1985668"/>
      </dsp:txXfrm>
    </dsp:sp>
    <dsp:sp modelId="{9E15C7DF-D655-4BF2-B32A-97F83883EB32}">
      <dsp:nvSpPr>
        <dsp:cNvPr id="0" name=""/>
        <dsp:cNvSpPr/>
      </dsp:nvSpPr>
      <dsp:spPr>
        <a:xfrm>
          <a:off x="7089192" y="1008445"/>
          <a:ext cx="521940" cy="404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089192" y="1089313"/>
        <a:ext cx="400639" cy="242602"/>
      </dsp:txXfrm>
    </dsp:sp>
    <dsp:sp modelId="{5824C9B2-C7FF-4A14-8EF0-C98DA41A17B2}">
      <dsp:nvSpPr>
        <dsp:cNvPr id="0" name=""/>
        <dsp:cNvSpPr/>
      </dsp:nvSpPr>
      <dsp:spPr>
        <a:xfrm>
          <a:off x="7827787" y="965814"/>
          <a:ext cx="1624038" cy="7343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Azure Function</a:t>
          </a:r>
        </a:p>
      </dsp:txBody>
      <dsp:txXfrm>
        <a:off x="7827787" y="965814"/>
        <a:ext cx="1624038" cy="489600"/>
      </dsp:txXfrm>
    </dsp:sp>
    <dsp:sp modelId="{8421FC06-0148-4632-ACCC-4FD7F951BB3A}">
      <dsp:nvSpPr>
        <dsp:cNvPr id="0" name=""/>
        <dsp:cNvSpPr/>
      </dsp:nvSpPr>
      <dsp:spPr>
        <a:xfrm>
          <a:off x="8160421" y="1455414"/>
          <a:ext cx="1624038" cy="2080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latest logic ready to be used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Embeds feedback and store in vector DB</a:t>
          </a:r>
        </a:p>
      </dsp:txBody>
      <dsp:txXfrm>
        <a:off x="8207987" y="1502980"/>
        <a:ext cx="1528906" cy="19856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F1845-A4B3-4E0C-8A07-0874BF8A3F30}">
      <dsp:nvSpPr>
        <dsp:cNvPr id="0" name=""/>
        <dsp:cNvSpPr/>
      </dsp:nvSpPr>
      <dsp:spPr>
        <a:xfrm rot="5400000">
          <a:off x="287994" y="2556213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886AE-6FC6-4AD2-B4E0-7DC62C7FBFDE}">
      <dsp:nvSpPr>
        <dsp:cNvPr id="0" name=""/>
        <dsp:cNvSpPr/>
      </dsp:nvSpPr>
      <dsp:spPr>
        <a:xfrm>
          <a:off x="146872" y="2976534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Fetch and List User Stories from Azure DevOps</a:t>
          </a:r>
        </a:p>
      </dsp:txBody>
      <dsp:txXfrm>
        <a:off x="146872" y="2976534"/>
        <a:ext cx="1270037" cy="1113262"/>
      </dsp:txXfrm>
    </dsp:sp>
    <dsp:sp modelId="{E0B21B47-17ED-48B3-A945-6112B72CB48B}">
      <dsp:nvSpPr>
        <dsp:cNvPr id="0" name=""/>
        <dsp:cNvSpPr/>
      </dsp:nvSpPr>
      <dsp:spPr>
        <a:xfrm>
          <a:off x="1177280" y="2452645"/>
          <a:ext cx="239629" cy="239629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AD175-6C1C-4789-8680-D50A4EB0F077}">
      <dsp:nvSpPr>
        <dsp:cNvPr id="0" name=""/>
        <dsp:cNvSpPr/>
      </dsp:nvSpPr>
      <dsp:spPr>
        <a:xfrm rot="5400000">
          <a:off x="1842769" y="2171483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C7020-A67F-4247-AC88-564EB8825573}">
      <dsp:nvSpPr>
        <dsp:cNvPr id="0" name=""/>
        <dsp:cNvSpPr/>
      </dsp:nvSpPr>
      <dsp:spPr>
        <a:xfrm>
          <a:off x="1701646" y="2591803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clicks "Create Test Design"</a:t>
          </a:r>
        </a:p>
      </dsp:txBody>
      <dsp:txXfrm>
        <a:off x="1701646" y="2591803"/>
        <a:ext cx="1270037" cy="1113262"/>
      </dsp:txXfrm>
    </dsp:sp>
    <dsp:sp modelId="{1B6FC037-6794-4D1D-A399-22F2573EFDA6}">
      <dsp:nvSpPr>
        <dsp:cNvPr id="0" name=""/>
        <dsp:cNvSpPr/>
      </dsp:nvSpPr>
      <dsp:spPr>
        <a:xfrm>
          <a:off x="2732054" y="2067915"/>
          <a:ext cx="239629" cy="239629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49268-A451-4B4B-9FC7-21FCDFD61201}">
      <dsp:nvSpPr>
        <dsp:cNvPr id="0" name=""/>
        <dsp:cNvSpPr/>
      </dsp:nvSpPr>
      <dsp:spPr>
        <a:xfrm rot="5400000">
          <a:off x="3397543" y="1786752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6FA5E-DD67-45E1-9231-2D039711D4FB}">
      <dsp:nvSpPr>
        <dsp:cNvPr id="0" name=""/>
        <dsp:cNvSpPr/>
      </dsp:nvSpPr>
      <dsp:spPr>
        <a:xfrm>
          <a:off x="3256421" y="2207073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Calls Azure Function (LLM + Excel logic)</a:t>
          </a:r>
        </a:p>
      </dsp:txBody>
      <dsp:txXfrm>
        <a:off x="3256421" y="2207073"/>
        <a:ext cx="1270037" cy="1113262"/>
      </dsp:txXfrm>
    </dsp:sp>
    <dsp:sp modelId="{96447115-5EBE-40E7-93FD-518637B05E03}">
      <dsp:nvSpPr>
        <dsp:cNvPr id="0" name=""/>
        <dsp:cNvSpPr/>
      </dsp:nvSpPr>
      <dsp:spPr>
        <a:xfrm>
          <a:off x="4286829" y="1683184"/>
          <a:ext cx="239629" cy="239629"/>
        </a:xfrm>
        <a:prstGeom prst="triangle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0F117-90A3-4C32-B879-933775561A2C}">
      <dsp:nvSpPr>
        <dsp:cNvPr id="0" name=""/>
        <dsp:cNvSpPr/>
      </dsp:nvSpPr>
      <dsp:spPr>
        <a:xfrm rot="5400000">
          <a:off x="4952318" y="1402022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97197-F4FB-4372-A765-3B58DB04625A}">
      <dsp:nvSpPr>
        <dsp:cNvPr id="0" name=""/>
        <dsp:cNvSpPr/>
      </dsp:nvSpPr>
      <dsp:spPr>
        <a:xfrm>
          <a:off x="4811195" y="1822342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Shows Excel file, allows download and  feedback</a:t>
          </a:r>
        </a:p>
      </dsp:txBody>
      <dsp:txXfrm>
        <a:off x="4811195" y="1822342"/>
        <a:ext cx="1270037" cy="1113262"/>
      </dsp:txXfrm>
    </dsp:sp>
    <dsp:sp modelId="{6E2954A7-0749-42DA-A3E7-58CB704134EF}">
      <dsp:nvSpPr>
        <dsp:cNvPr id="0" name=""/>
        <dsp:cNvSpPr/>
      </dsp:nvSpPr>
      <dsp:spPr>
        <a:xfrm>
          <a:off x="5841603" y="1298454"/>
          <a:ext cx="239629" cy="239629"/>
        </a:xfrm>
        <a:prstGeom prst="triangle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9F388-8360-4594-970E-AA4E70918259}">
      <dsp:nvSpPr>
        <dsp:cNvPr id="0" name=""/>
        <dsp:cNvSpPr/>
      </dsp:nvSpPr>
      <dsp:spPr>
        <a:xfrm rot="5400000">
          <a:off x="6507092" y="1017291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EC4E1-CC9F-44EB-BD75-6EC01B48EE5D}">
      <dsp:nvSpPr>
        <dsp:cNvPr id="0" name=""/>
        <dsp:cNvSpPr/>
      </dsp:nvSpPr>
      <dsp:spPr>
        <a:xfrm>
          <a:off x="6365970" y="1437612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clicks "Finalize"</a:t>
          </a:r>
        </a:p>
      </dsp:txBody>
      <dsp:txXfrm>
        <a:off x="6365970" y="1437612"/>
        <a:ext cx="1270037" cy="1113262"/>
      </dsp:txXfrm>
    </dsp:sp>
    <dsp:sp modelId="{8F3A41D2-5011-40DB-9290-578F07993ACA}">
      <dsp:nvSpPr>
        <dsp:cNvPr id="0" name=""/>
        <dsp:cNvSpPr/>
      </dsp:nvSpPr>
      <dsp:spPr>
        <a:xfrm>
          <a:off x="7396378" y="913723"/>
          <a:ext cx="239629" cy="239629"/>
        </a:xfrm>
        <a:prstGeom prst="triangle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9F25D-7244-4DBE-BE27-C9626FB72FB7}">
      <dsp:nvSpPr>
        <dsp:cNvPr id="0" name=""/>
        <dsp:cNvSpPr/>
      </dsp:nvSpPr>
      <dsp:spPr>
        <a:xfrm rot="5400000">
          <a:off x="8061866" y="632561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6188E-BE2E-40C2-9766-7AAE12A106F3}">
      <dsp:nvSpPr>
        <dsp:cNvPr id="0" name=""/>
        <dsp:cNvSpPr/>
      </dsp:nvSpPr>
      <dsp:spPr>
        <a:xfrm>
          <a:off x="7920744" y="1052881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highlight>
                <a:srgbClr val="FFFF00"/>
              </a:highlight>
            </a:rPr>
            <a:t>Power Automate </a:t>
          </a:r>
          <a:r>
            <a:rPr lang="en-US" sz="1500" kern="1200" dirty="0"/>
            <a:t>triggered</a:t>
          </a:r>
        </a:p>
      </dsp:txBody>
      <dsp:txXfrm>
        <a:off x="7920744" y="1052881"/>
        <a:ext cx="1270037" cy="1113262"/>
      </dsp:txXfrm>
    </dsp:sp>
    <dsp:sp modelId="{558BC0D6-60BE-4B2B-BAC1-AAA6DA4AE1FC}">
      <dsp:nvSpPr>
        <dsp:cNvPr id="0" name=""/>
        <dsp:cNvSpPr/>
      </dsp:nvSpPr>
      <dsp:spPr>
        <a:xfrm>
          <a:off x="8951152" y="528993"/>
          <a:ext cx="239629" cy="239629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DDC5A-A6A6-4D2C-A515-47D81E3C2031}">
      <dsp:nvSpPr>
        <dsp:cNvPr id="0" name=""/>
        <dsp:cNvSpPr/>
      </dsp:nvSpPr>
      <dsp:spPr>
        <a:xfrm rot="5400000">
          <a:off x="9616641" y="247830"/>
          <a:ext cx="845424" cy="1406767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F0C21-53A5-4E8E-A88A-364B02273F5F}">
      <dsp:nvSpPr>
        <dsp:cNvPr id="0" name=""/>
        <dsp:cNvSpPr/>
      </dsp:nvSpPr>
      <dsp:spPr>
        <a:xfrm>
          <a:off x="9475518" y="668151"/>
          <a:ext cx="1270037" cy="111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Uploads final Excel to </a:t>
          </a:r>
          <a:r>
            <a:rPr lang="en-US" sz="1500" kern="1200" dirty="0">
              <a:highlight>
                <a:srgbClr val="FFFF00"/>
              </a:highlight>
            </a:rPr>
            <a:t>Azure DevOps</a:t>
          </a:r>
        </a:p>
      </dsp:txBody>
      <dsp:txXfrm>
        <a:off x="9475518" y="668151"/>
        <a:ext cx="1270037" cy="1113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B0F48-3C29-42BA-A5E1-FE937D57B8F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E0911-12ED-403E-824F-AD8B55F6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6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A7B4-7E73-4873-6D72-81E4A5193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F0187-ED69-059F-56AF-448C75A1D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39020-7294-D152-B363-473798FE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829F8-173C-41C7-9E23-84425D2B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76ECA-2F68-F923-6FCE-58522077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04F2AE-8822-3991-41D5-4F5635A1A2BA}"/>
              </a:ext>
            </a:extLst>
          </p:cNvPr>
          <p:cNvSpPr/>
          <p:nvPr userDrawn="1"/>
        </p:nvSpPr>
        <p:spPr>
          <a:xfrm>
            <a:off x="114300" y="136525"/>
            <a:ext cx="11988800" cy="65849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7B9F-C2E4-5877-7328-5F56C228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81B4-380D-760A-CD11-C9F47D302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1F699-D56F-C2CD-4788-9F2D20EC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54E1-FD23-8ADB-0121-7E96CB01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0B23-E60A-E3BB-77E6-AEF8E411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5C6BB-2465-9858-1467-F83D27357676}"/>
              </a:ext>
            </a:extLst>
          </p:cNvPr>
          <p:cNvSpPr/>
          <p:nvPr userDrawn="1"/>
        </p:nvSpPr>
        <p:spPr>
          <a:xfrm>
            <a:off x="114300" y="136525"/>
            <a:ext cx="11988800" cy="65849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5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A95C-7295-7FA1-D122-46C14D55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0EAE1-2FF1-FEBA-2FA9-AD82A6CC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4836B-6F82-4FA3-746A-0EB7678C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6F2DD-555C-A7AD-C0C3-79C598BB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73EA9-A8CC-9CC9-60D8-5BB238EA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2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3403-2AE8-07CC-65F4-17CB6ECA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5538-337A-28FC-1DE7-7FF4A266F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C32F7-620C-89B3-453B-993EBA5B8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03B0E-BBED-3D33-A81F-0816AE86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9B74-FA4B-1975-A1A7-B9DE5841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C4262-A22D-C062-9C6C-1019CBA5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6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665F-BBD8-381F-65C2-7336967F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F7FA-CA28-D08C-5FD3-BE9DC6790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56E7D-285C-12BE-313E-C7C4D0AC5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E2B3A-7A26-FF65-7EFC-98DE38F56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0FF4-6880-F5FA-38ED-ECF473CFD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1DF33-07D9-27BF-2F1D-14715847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65D71-AA96-C5DB-62D8-899D2751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C2AD2F-9B2F-2EE9-CA31-0DBA9C9E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A4B8-30FA-76CC-F179-7167990B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0D1D0-47C1-A076-9A7E-377E3324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5084C-E6C0-9EE0-EB82-6C34AF97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72473-A9ED-CA0F-0BA9-66C31686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527E1-B9B1-2F42-DC80-4FB4E68E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FCBDF-B221-E0EC-4F3B-1E8CE46E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F04E7-76CD-8A88-2338-7BC29AD5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82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7C1D-0C6B-2BA4-6FA1-57DD7617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A410E-FADB-1566-A230-D40BC82E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0C3B6-F1CF-7475-0F50-7AD10A7A4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4437-5E90-0C0D-147F-5F0FDAEA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87F43-08DE-85D1-15FA-61DE08AC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A6819-3060-F2FC-AB19-E1C98773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0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84C3-4FC1-7339-1565-C6B5091D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E4680-5AA2-2D62-F46E-A3A4BD62E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EABB-2DE8-EA8F-B3E1-84671E2CD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11007-34DD-8714-5831-57E986A1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4EFAF-310A-31A7-D964-8EE987D5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1E282-233E-9718-4B93-DEC04438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7D27-52D1-97E6-92CB-07B9444F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CF433-8BCA-0A81-E891-38EA3BD6B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16C25-8D97-348C-924D-B45BE5A0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32672-28C6-3540-A87C-44F00B7F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BB74-4562-74B1-C10D-6346492E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1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D7FF8-9A4A-3749-97A8-18B1C9F4E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1E281-91D9-8817-EB4B-270555F17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1C936-49D8-9A25-76EA-C52C692E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0646B-3D73-7460-2AE0-9C843E35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186F-2E04-85DE-7FE8-0D2097B0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7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F90B8-A48B-1D1D-81E5-DDCA0C3A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DC1C5-07BC-0BB5-A92B-19164D732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E4C9D-1D7E-8BB5-69CA-DF6D0902E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B750F-B656-4834-AB79-D2AC7E22777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7F938-CFCC-235F-028B-7E5657B1A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06139-5ECA-50A1-E46A-DEA558681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A1C65-9A73-4B3C-98CA-69D409C5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4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E65D-4646-D07D-18B4-B5867C6BC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778" y="626347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/>
              <a:t>QA Agent — Gemini-Powered Test Design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72EB2-4058-3015-6536-8BBD9AE5A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3127" y="3304155"/>
            <a:ext cx="8594651" cy="1655762"/>
          </a:xfrm>
        </p:spPr>
        <p:txBody>
          <a:bodyPr>
            <a:normAutofit fontScale="92500" lnSpcReduction="20000"/>
          </a:bodyPr>
          <a:lstStyle/>
          <a:p>
            <a:pPr defTabSz="457200">
              <a:spcBef>
                <a:spcPct val="20000"/>
              </a:spcBef>
            </a:pPr>
            <a:r>
              <a:rPr lang="en-US" sz="3200" u="sng" dirty="0">
                <a:solidFill>
                  <a:schemeClr val="accent3"/>
                </a:solidFill>
              </a:rPr>
              <a:t>An Agentic AI Use Case </a:t>
            </a:r>
          </a:p>
          <a:p>
            <a:pPr defTabSz="457200">
              <a:spcBef>
                <a:spcPct val="20000"/>
              </a:spcBef>
            </a:pPr>
            <a:endParaRPr lang="en-US" sz="3200" dirty="0">
              <a:solidFill>
                <a:schemeClr val="accent3"/>
              </a:solidFill>
            </a:endParaRPr>
          </a:p>
          <a:p>
            <a:pPr defTabSz="457200">
              <a:spcBef>
                <a:spcPct val="20000"/>
              </a:spcBef>
            </a:pPr>
            <a:r>
              <a:rPr lang="en-US" sz="3200" dirty="0">
                <a:solidFill>
                  <a:schemeClr val="accent3"/>
                </a:solidFill>
              </a:rPr>
              <a:t>Automate QA test case creation from user stories with Gen AI</a:t>
            </a:r>
            <a:endParaRPr lang="en-US" sz="4000" dirty="0">
              <a:solidFill>
                <a:schemeClr val="accent3"/>
              </a:solidFill>
            </a:endParaRPr>
          </a:p>
          <a:p>
            <a:endParaRPr lang="en-US" sz="3200" dirty="0">
              <a:solidFill>
                <a:schemeClr val="accent3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BAF273-2327-13A8-D37A-F31FEB22F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76689"/>
              </p:ext>
            </p:extLst>
          </p:nvPr>
        </p:nvGraphicFramePr>
        <p:xfrm>
          <a:off x="996592" y="5134373"/>
          <a:ext cx="1040772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3861">
                  <a:extLst>
                    <a:ext uri="{9D8B030D-6E8A-4147-A177-3AD203B41FA5}">
                      <a16:colId xmlns:a16="http://schemas.microsoft.com/office/drawing/2014/main" val="213455868"/>
                    </a:ext>
                  </a:extLst>
                </a:gridCol>
                <a:gridCol w="5203861">
                  <a:extLst>
                    <a:ext uri="{9D8B030D-6E8A-4147-A177-3AD203B41FA5}">
                      <a16:colId xmlns:a16="http://schemas.microsoft.com/office/drawing/2014/main" val="1257775985"/>
                    </a:ext>
                  </a:extLst>
                </a:gridCol>
              </a:tblGrid>
              <a:tr h="28205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Date: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Prepared by: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201666"/>
                  </a:ext>
                </a:extLst>
              </a:tr>
              <a:tr h="48683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05/07/2025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Ayushi Bhujade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BA/QA intern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309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3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396A-6836-3625-42A6-186F8B88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/>
              <a:t>TABLE OF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A15E5A-13C2-EEBB-31DF-E63B263EC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84034"/>
              </p:ext>
            </p:extLst>
          </p:nvPr>
        </p:nvGraphicFramePr>
        <p:xfrm>
          <a:off x="927100" y="1690688"/>
          <a:ext cx="10083800" cy="45958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418197862"/>
                    </a:ext>
                  </a:extLst>
                </a:gridCol>
                <a:gridCol w="8864600">
                  <a:extLst>
                    <a:ext uri="{9D8B030D-6E8A-4147-A177-3AD203B41FA5}">
                      <a16:colId xmlns:a16="http://schemas.microsoft.com/office/drawing/2014/main" val="3288485816"/>
                    </a:ext>
                  </a:extLst>
                </a:gridCol>
              </a:tblGrid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S NO.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83849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999788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2.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Objective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56307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3.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The Intelligent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21448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4.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Pipeline Architecture of QA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78855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Workflow of Test Design creation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262292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6.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Tools and Technologies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91857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7.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25794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8.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Next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377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3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D553-E8F7-9D08-F2AB-D1543246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3F30-3827-9486-C87A-F90F06E0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1. </a:t>
            </a:r>
            <a:r>
              <a:rPr lang="en-US" sz="4000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E180-8737-5193-117C-C3FFE79F15F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⚙️ Manual QA Test Design 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Manual test case creation is </a:t>
            </a:r>
            <a:r>
              <a:rPr lang="en-US" sz="2000" b="1" dirty="0"/>
              <a:t>time-consuming and repetitive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Test coverage is often </a:t>
            </a:r>
            <a:r>
              <a:rPr lang="en-US" sz="2000" b="1" dirty="0"/>
              <a:t>inconsistent or incomplete</a:t>
            </a:r>
            <a:r>
              <a:rPr lang="en-US" sz="2000" dirty="0"/>
              <a:t>, especially with changing user stories.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QA </a:t>
            </a:r>
            <a:r>
              <a:rPr lang="en-US" sz="2000" b="1" dirty="0"/>
              <a:t>teams spend significant effort </a:t>
            </a:r>
            <a:r>
              <a:rPr lang="en-US" sz="2000" dirty="0"/>
              <a:t>translating user stories into structured test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Iterative updates and corrections</a:t>
            </a:r>
            <a:r>
              <a:rPr lang="en-US" sz="2000" dirty="0"/>
              <a:t> are difficult to track and apply accurately.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🧩 The Need: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faster, smarter, and more consistent way to generate test designs directly from user stories —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ability to adapt, improve, and export.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115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82D9-C4BB-5908-B8BC-9342EBF61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414F-7D7A-AD8F-84C6-C45FAB64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2. </a:t>
            </a:r>
            <a:r>
              <a:rPr lang="en-US" sz="4000" b="1" u="sng" dirty="0"/>
              <a:t>OBJECTIVE: Core Capabilities of the QA Agent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98BD13-E4C9-EC8A-3604-41368E4DE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693346"/>
              </p:ext>
            </p:extLst>
          </p:nvPr>
        </p:nvGraphicFramePr>
        <p:xfrm>
          <a:off x="749300" y="1690688"/>
          <a:ext cx="98171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819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28AF-91C9-127B-EB98-620EBFA7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92E1-F439-FB71-4A93-91EBB5B0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5" y="365125"/>
            <a:ext cx="11429785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3. </a:t>
            </a:r>
            <a:r>
              <a:rPr lang="en-US" sz="4000" b="1" u="sng" dirty="0"/>
              <a:t>THE INTELLIGENT STACK: LLM → GenAI → Agentic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2640F-2150-BA9E-1A9B-ADBEA9BBDAD3}"/>
              </a:ext>
            </a:extLst>
          </p:cNvPr>
          <p:cNvSpPr/>
          <p:nvPr/>
        </p:nvSpPr>
        <p:spPr>
          <a:xfrm>
            <a:off x="406738" y="1919287"/>
            <a:ext cx="2794776" cy="40628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9B3321-45E7-E906-7F73-48E7AF1440F4}"/>
              </a:ext>
            </a:extLst>
          </p:cNvPr>
          <p:cNvSpPr/>
          <p:nvPr/>
        </p:nvSpPr>
        <p:spPr>
          <a:xfrm>
            <a:off x="4112601" y="1909095"/>
            <a:ext cx="3786681" cy="40832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677501-16D5-035F-657D-1D6D7F208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036" y="3999191"/>
            <a:ext cx="1797015" cy="1333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3178ED-8A2C-C9A3-8D77-C52FDD503583}"/>
              </a:ext>
            </a:extLst>
          </p:cNvPr>
          <p:cNvSpPr txBox="1"/>
          <p:nvPr/>
        </p:nvSpPr>
        <p:spPr>
          <a:xfrm>
            <a:off x="4697561" y="2757478"/>
            <a:ext cx="272100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Meeting: Project Procurement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72DC31-2043-77C8-00FF-34570CCC62F5}"/>
              </a:ext>
            </a:extLst>
          </p:cNvPr>
          <p:cNvCxnSpPr>
            <a:cxnSpLocks/>
          </p:cNvCxnSpPr>
          <p:nvPr/>
        </p:nvCxnSpPr>
        <p:spPr>
          <a:xfrm>
            <a:off x="6123378" y="3096032"/>
            <a:ext cx="0" cy="808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C0AD17-AD6A-23A8-9C8A-DD2E5CB24060}"/>
              </a:ext>
            </a:extLst>
          </p:cNvPr>
          <p:cNvSpPr txBox="1"/>
          <p:nvPr/>
        </p:nvSpPr>
        <p:spPr>
          <a:xfrm>
            <a:off x="4126552" y="3186127"/>
            <a:ext cx="19201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 Understands Subject of the meeting, duration, audience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564211-1602-F6E2-8064-FDC20F57F602}"/>
              </a:ext>
            </a:extLst>
          </p:cNvPr>
          <p:cNvSpPr txBox="1"/>
          <p:nvPr/>
        </p:nvSpPr>
        <p:spPr>
          <a:xfrm>
            <a:off x="3753029" y="5366319"/>
            <a:ext cx="455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Alexander</a:t>
            </a:r>
            <a:br>
              <a:rPr lang="en-US" sz="1600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LLM</a:t>
            </a:r>
            <a:r>
              <a:rPr lang="en-US" sz="1600" b="1" dirty="0">
                <a:highlight>
                  <a:srgbClr val="FFFF00"/>
                </a:highlight>
              </a:rPr>
              <a:t> – can speak/respond/understand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F3F32B-2F92-B0EB-1E56-313643A079AD}"/>
              </a:ext>
            </a:extLst>
          </p:cNvPr>
          <p:cNvSpPr txBox="1"/>
          <p:nvPr/>
        </p:nvSpPr>
        <p:spPr>
          <a:xfrm>
            <a:off x="4231052" y="1991162"/>
            <a:ext cx="3573913" cy="61555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GenAI </a:t>
            </a:r>
            <a:r>
              <a:rPr lang="en-US" sz="1600" b="1" dirty="0">
                <a:highlight>
                  <a:srgbClr val="FFFF00"/>
                </a:highlight>
              </a:rPr>
              <a:t>- Creates Meaningful Content from Context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701C51C-99FB-F460-1896-D28EA03EC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5" y="2430077"/>
            <a:ext cx="2075231" cy="14367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FBDF339-CD69-136D-9DC9-804182EFB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021" y="4779153"/>
            <a:ext cx="945073" cy="45870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A9D63B1-9C99-21FF-FF66-2ADA5FFC4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99" y="5418421"/>
            <a:ext cx="988300" cy="32363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E8F3B6A-B439-23CA-B574-25D186CA6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0273" y="5254555"/>
            <a:ext cx="910785" cy="387605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2A7D05-6CFE-6381-9527-EDEA0511AD8E}"/>
              </a:ext>
            </a:extLst>
          </p:cNvPr>
          <p:cNvCxnSpPr>
            <a:cxnSpLocks/>
          </p:cNvCxnSpPr>
          <p:nvPr/>
        </p:nvCxnSpPr>
        <p:spPr>
          <a:xfrm>
            <a:off x="1267933" y="3806206"/>
            <a:ext cx="0" cy="785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243094-A2A3-C1FE-0EEB-B19FAFD8C5DA}"/>
              </a:ext>
            </a:extLst>
          </p:cNvPr>
          <p:cNvCxnSpPr>
            <a:cxnSpLocks/>
          </p:cNvCxnSpPr>
          <p:nvPr/>
        </p:nvCxnSpPr>
        <p:spPr>
          <a:xfrm>
            <a:off x="1045378" y="3794280"/>
            <a:ext cx="0" cy="785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ED17CFF-0537-21F3-4B75-CA13BE28DEAE}"/>
              </a:ext>
            </a:extLst>
          </p:cNvPr>
          <p:cNvSpPr txBox="1"/>
          <p:nvPr/>
        </p:nvSpPr>
        <p:spPr>
          <a:xfrm>
            <a:off x="1483551" y="3907371"/>
            <a:ext cx="1389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- Interacts</a:t>
            </a:r>
            <a:br>
              <a:rPr lang="en-US" sz="1400" i="1" dirty="0"/>
            </a:br>
            <a:r>
              <a:rPr lang="en-US" sz="1400" i="1" dirty="0"/>
              <a:t>- Asks questions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F4749C-BB77-8E2A-441B-614066844644}"/>
              </a:ext>
            </a:extLst>
          </p:cNvPr>
          <p:cNvSpPr txBox="1"/>
          <p:nvPr/>
        </p:nvSpPr>
        <p:spPr>
          <a:xfrm>
            <a:off x="3129831" y="3940966"/>
            <a:ext cx="2087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Delivers </a:t>
            </a:r>
          </a:p>
          <a:p>
            <a:r>
              <a:rPr lang="en-US" sz="1400" i="1" dirty="0"/>
              <a:t>- Project Scope</a:t>
            </a:r>
          </a:p>
          <a:p>
            <a:r>
              <a:rPr lang="en-US" sz="1400" i="1" dirty="0"/>
              <a:t>- Timeline</a:t>
            </a:r>
          </a:p>
          <a:p>
            <a:r>
              <a:rPr lang="en-US" sz="1400" i="1" dirty="0"/>
              <a:t>- Requirements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2434DA63-5B9E-6D11-7CF0-D78F15E73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4202" y="2554584"/>
            <a:ext cx="1805924" cy="126541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36680F49-4D3C-A7BA-C7F0-2BDE593EF025}"/>
              </a:ext>
            </a:extLst>
          </p:cNvPr>
          <p:cNvSpPr txBox="1"/>
          <p:nvPr/>
        </p:nvSpPr>
        <p:spPr>
          <a:xfrm>
            <a:off x="7967432" y="4148964"/>
            <a:ext cx="1553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Records</a:t>
            </a:r>
          </a:p>
          <a:p>
            <a:r>
              <a:rPr lang="en-US" sz="1400" i="1" dirty="0"/>
              <a:t>- Improvement</a:t>
            </a:r>
          </a:p>
          <a:p>
            <a:r>
              <a:rPr lang="en-US" sz="1400" i="1" dirty="0"/>
              <a:t>- Enhancement</a:t>
            </a:r>
          </a:p>
          <a:p>
            <a:r>
              <a:rPr lang="en-US" sz="1400" i="1" dirty="0"/>
              <a:t>- Feedback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306881A-9884-3518-4EB9-B6306E4214C0}"/>
              </a:ext>
            </a:extLst>
          </p:cNvPr>
          <p:cNvSpPr/>
          <p:nvPr/>
        </p:nvSpPr>
        <p:spPr>
          <a:xfrm>
            <a:off x="8840659" y="1955404"/>
            <a:ext cx="3002623" cy="36867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2214FA-BDA2-7B7F-6046-B7F36E034287}"/>
              </a:ext>
            </a:extLst>
          </p:cNvPr>
          <p:cNvSpPr txBox="1"/>
          <p:nvPr/>
        </p:nvSpPr>
        <p:spPr>
          <a:xfrm>
            <a:off x="10063343" y="1968418"/>
            <a:ext cx="101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Storage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80F3B9-518E-F494-AD9B-177741133324}"/>
              </a:ext>
            </a:extLst>
          </p:cNvPr>
          <p:cNvSpPr txBox="1"/>
          <p:nvPr/>
        </p:nvSpPr>
        <p:spPr>
          <a:xfrm>
            <a:off x="635216" y="1990053"/>
            <a:ext cx="2265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Human Interaction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171A43-5421-306A-3544-2577C5DB7B0E}"/>
              </a:ext>
            </a:extLst>
          </p:cNvPr>
          <p:cNvSpPr txBox="1"/>
          <p:nvPr/>
        </p:nvSpPr>
        <p:spPr>
          <a:xfrm>
            <a:off x="8029733" y="5996081"/>
            <a:ext cx="3786681" cy="61555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AGENTIC AI -  </a:t>
            </a:r>
            <a:r>
              <a:rPr lang="en-US" sz="1600" b="1" dirty="0">
                <a:highlight>
                  <a:srgbClr val="FFFF00"/>
                </a:highlight>
              </a:rPr>
              <a:t>takes action, stores output and learns from the feedback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FA7F26-2C6B-3809-1011-7040F7864D13}"/>
              </a:ext>
            </a:extLst>
          </p:cNvPr>
          <p:cNvSpPr txBox="1"/>
          <p:nvPr/>
        </p:nvSpPr>
        <p:spPr>
          <a:xfrm>
            <a:off x="9900817" y="3773853"/>
            <a:ext cx="1349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[Meeting notes]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4F2A828-FDA0-9E4E-5F3D-981305CC0848}"/>
              </a:ext>
            </a:extLst>
          </p:cNvPr>
          <p:cNvCxnSpPr>
            <a:cxnSpLocks/>
          </p:cNvCxnSpPr>
          <p:nvPr/>
        </p:nvCxnSpPr>
        <p:spPr>
          <a:xfrm flipV="1">
            <a:off x="7403807" y="4198942"/>
            <a:ext cx="3365793" cy="1013794"/>
          </a:xfrm>
          <a:prstGeom prst="bentConnector3">
            <a:avLst>
              <a:gd name="adj1" fmla="val 1001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4BC99E-3C71-07D9-8F03-A3A018C2C7AA}"/>
              </a:ext>
            </a:extLst>
          </p:cNvPr>
          <p:cNvCxnSpPr>
            <a:cxnSpLocks/>
          </p:cNvCxnSpPr>
          <p:nvPr/>
        </p:nvCxnSpPr>
        <p:spPr>
          <a:xfrm flipH="1" flipV="1">
            <a:off x="2815402" y="5071489"/>
            <a:ext cx="2459793" cy="12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F13B22E-EFAE-9A03-33D5-2A2372B635F8}"/>
              </a:ext>
            </a:extLst>
          </p:cNvPr>
          <p:cNvSpPr txBox="1"/>
          <p:nvPr/>
        </p:nvSpPr>
        <p:spPr>
          <a:xfrm>
            <a:off x="8028922" y="2821929"/>
            <a:ext cx="155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Context understanding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E3E09E-6F97-AD5F-F194-B443761CD697}"/>
              </a:ext>
            </a:extLst>
          </p:cNvPr>
          <p:cNvCxnSpPr>
            <a:cxnSpLocks/>
          </p:cNvCxnSpPr>
          <p:nvPr/>
        </p:nvCxnSpPr>
        <p:spPr>
          <a:xfrm flipH="1">
            <a:off x="8007331" y="3343595"/>
            <a:ext cx="1513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00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6189-3759-DF4D-ECBC-B0DD0A46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8272-DE32-5732-B4DA-16B4C2CA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📣 </a:t>
            </a:r>
            <a:r>
              <a:rPr kumimoji="0" lang="en-US" altLang="en-US" sz="4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TAKEAWAY</a:t>
            </a:r>
            <a:r>
              <a:rPr kumimoji="0" lang="en-US" altLang="en-US" sz="4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2A5437-8BF7-0941-E7DA-0EE9CB209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131300" cy="5232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“An LLM gives you smart answers.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Agentic 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delivers outcomes.”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22DC29E-D520-77A8-146B-F7F31E4A12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7732736"/>
              </p:ext>
            </p:extLst>
          </p:nvPr>
        </p:nvGraphicFramePr>
        <p:xfrm>
          <a:off x="2336800" y="2543175"/>
          <a:ext cx="7226300" cy="394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001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8D84-E791-0817-8BB1-992B8B03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73F-EF8D-3D7E-3B4B-C91D63C2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4. </a:t>
            </a:r>
            <a:r>
              <a:rPr lang="en-US" sz="4000" b="1" u="sng" dirty="0"/>
              <a:t>PIPELINE ARCHITECHTURE OF QA AGENT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2892C-C47A-3C6A-0F2B-BA1BBC67A2DE}"/>
              </a:ext>
            </a:extLst>
          </p:cNvPr>
          <p:cNvSpPr/>
          <p:nvPr/>
        </p:nvSpPr>
        <p:spPr>
          <a:xfrm>
            <a:off x="795558" y="1814549"/>
            <a:ext cx="2835394" cy="40628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4AF17-8CB5-BFAD-59C2-114353BB206B}"/>
              </a:ext>
            </a:extLst>
          </p:cNvPr>
          <p:cNvSpPr/>
          <p:nvPr/>
        </p:nvSpPr>
        <p:spPr>
          <a:xfrm>
            <a:off x="4171867" y="2006599"/>
            <a:ext cx="3935155" cy="388383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A3075-FE0C-239B-1353-F6973266ED15}"/>
              </a:ext>
            </a:extLst>
          </p:cNvPr>
          <p:cNvSpPr txBox="1"/>
          <p:nvPr/>
        </p:nvSpPr>
        <p:spPr>
          <a:xfrm>
            <a:off x="5477009" y="3294266"/>
            <a:ext cx="194810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Prompt Engineering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045F8F-7185-EEBD-0703-007C73BFA18C}"/>
              </a:ext>
            </a:extLst>
          </p:cNvPr>
          <p:cNvCxnSpPr>
            <a:cxnSpLocks/>
          </p:cNvCxnSpPr>
          <p:nvPr/>
        </p:nvCxnSpPr>
        <p:spPr>
          <a:xfrm>
            <a:off x="6176343" y="3697018"/>
            <a:ext cx="8427" cy="55058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34E811-C5E4-FE7F-DC80-89D226F8126E}"/>
              </a:ext>
            </a:extLst>
          </p:cNvPr>
          <p:cNvSpPr txBox="1"/>
          <p:nvPr/>
        </p:nvSpPr>
        <p:spPr>
          <a:xfrm>
            <a:off x="4952918" y="2128436"/>
            <a:ext cx="2414444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Learning Loop Module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CC3FC1-A2DD-A55A-0F2B-3F1524E02CC8}"/>
              </a:ext>
            </a:extLst>
          </p:cNvPr>
          <p:cNvSpPr txBox="1"/>
          <p:nvPr/>
        </p:nvSpPr>
        <p:spPr>
          <a:xfrm>
            <a:off x="5109891" y="5347436"/>
            <a:ext cx="2849916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LLM Engine: Gemini 1.5 pro 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DD4E57-5BA4-E5B8-7A9E-E9ACA7FD27E0}"/>
              </a:ext>
            </a:extLst>
          </p:cNvPr>
          <p:cNvCxnSpPr>
            <a:cxnSpLocks/>
          </p:cNvCxnSpPr>
          <p:nvPr/>
        </p:nvCxnSpPr>
        <p:spPr>
          <a:xfrm flipH="1">
            <a:off x="2636483" y="4531628"/>
            <a:ext cx="284991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1B2EA9D-0A00-E521-F679-15DA6BCEE1A6}"/>
              </a:ext>
            </a:extLst>
          </p:cNvPr>
          <p:cNvSpPr txBox="1"/>
          <p:nvPr/>
        </p:nvSpPr>
        <p:spPr>
          <a:xfrm>
            <a:off x="4127511" y="4573838"/>
            <a:ext cx="1327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Generates test design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7904E6-C1E9-FC55-55D2-48267E2CA011}"/>
              </a:ext>
            </a:extLst>
          </p:cNvPr>
          <p:cNvSpPr/>
          <p:nvPr/>
        </p:nvSpPr>
        <p:spPr>
          <a:xfrm>
            <a:off x="8713347" y="1794166"/>
            <a:ext cx="3046262" cy="33475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1D8E19-EAB9-9EBA-F97C-A40E8B85C246}"/>
              </a:ext>
            </a:extLst>
          </p:cNvPr>
          <p:cNvSpPr txBox="1"/>
          <p:nvPr/>
        </p:nvSpPr>
        <p:spPr>
          <a:xfrm>
            <a:off x="9890500" y="1888982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Storage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07851C-FEA3-075A-D0EE-27C2665C9824}"/>
              </a:ext>
            </a:extLst>
          </p:cNvPr>
          <p:cNvSpPr txBox="1"/>
          <p:nvPr/>
        </p:nvSpPr>
        <p:spPr>
          <a:xfrm>
            <a:off x="967676" y="1851147"/>
            <a:ext cx="26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User Interface (</a:t>
            </a:r>
            <a:r>
              <a:rPr lang="en-US" b="1" dirty="0" err="1">
                <a:highlight>
                  <a:srgbClr val="00FF00"/>
                </a:highlight>
              </a:rPr>
              <a:t>Streamlit</a:t>
            </a:r>
            <a:r>
              <a:rPr lang="en-US" b="1" dirty="0">
                <a:highlight>
                  <a:srgbClr val="00FF00"/>
                </a:highlight>
              </a:rPr>
              <a:t>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8C89B9-44F9-6401-5172-C3E263E7764B}"/>
              </a:ext>
            </a:extLst>
          </p:cNvPr>
          <p:cNvSpPr txBox="1"/>
          <p:nvPr/>
        </p:nvSpPr>
        <p:spPr>
          <a:xfrm>
            <a:off x="9719550" y="5877423"/>
            <a:ext cx="2040059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QA AGENT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6CB06C-38B7-7337-503F-BAEE4A59488C}"/>
              </a:ext>
            </a:extLst>
          </p:cNvPr>
          <p:cNvSpPr txBox="1"/>
          <p:nvPr/>
        </p:nvSpPr>
        <p:spPr>
          <a:xfrm>
            <a:off x="8941979" y="3566775"/>
            <a:ext cx="304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[Corrections stored as Embeddings]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C8B94D-E85D-E692-D4D4-FBCB2C13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76" y="2522525"/>
            <a:ext cx="1572740" cy="11744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625966-476A-7B95-FD12-FC6DEE9888F2}"/>
              </a:ext>
            </a:extLst>
          </p:cNvPr>
          <p:cNvSpPr txBox="1"/>
          <p:nvPr/>
        </p:nvSpPr>
        <p:spPr>
          <a:xfrm>
            <a:off x="2758975" y="2841779"/>
            <a:ext cx="2350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- Uploads a user story</a:t>
            </a:r>
            <a:br>
              <a:rPr lang="en-US" sz="1200" i="1" dirty="0"/>
            </a:br>
            <a:r>
              <a:rPr lang="en-US" sz="1200" i="1" dirty="0"/>
              <a:t>- Provides the initial prompt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269E9-5132-E1DC-C61B-E5B402A1F4D1}"/>
              </a:ext>
            </a:extLst>
          </p:cNvPr>
          <p:cNvSpPr txBox="1"/>
          <p:nvPr/>
        </p:nvSpPr>
        <p:spPr>
          <a:xfrm>
            <a:off x="1491632" y="3717935"/>
            <a:ext cx="1368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[User]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90CEF1-6FCC-4082-4841-8619292165F2}"/>
              </a:ext>
            </a:extLst>
          </p:cNvPr>
          <p:cNvCxnSpPr>
            <a:cxnSpLocks/>
          </p:cNvCxnSpPr>
          <p:nvPr/>
        </p:nvCxnSpPr>
        <p:spPr>
          <a:xfrm>
            <a:off x="1244009" y="3845985"/>
            <a:ext cx="0" cy="162156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B92C321-2B69-9467-FF8E-1721250B2705}"/>
              </a:ext>
            </a:extLst>
          </p:cNvPr>
          <p:cNvCxnSpPr>
            <a:cxnSpLocks/>
          </p:cNvCxnSpPr>
          <p:nvPr/>
        </p:nvCxnSpPr>
        <p:spPr>
          <a:xfrm flipV="1">
            <a:off x="1244009" y="3463543"/>
            <a:ext cx="3898447" cy="2012648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18017C2-52BC-218E-B796-EACEDE2BC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99" y="4199860"/>
            <a:ext cx="691640" cy="698998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5F7536-99CF-8735-5F32-72BB88A6D119}"/>
              </a:ext>
            </a:extLst>
          </p:cNvPr>
          <p:cNvSpPr txBox="1"/>
          <p:nvPr/>
        </p:nvSpPr>
        <p:spPr>
          <a:xfrm>
            <a:off x="3204203" y="3510777"/>
            <a:ext cx="268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Feedback/ correction prompt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5C0E7D-DDD5-D58B-166E-42E64F22F7A4}"/>
              </a:ext>
            </a:extLst>
          </p:cNvPr>
          <p:cNvSpPr txBox="1"/>
          <p:nvPr/>
        </p:nvSpPr>
        <p:spPr>
          <a:xfrm>
            <a:off x="1295734" y="4945044"/>
            <a:ext cx="1806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FFFF00"/>
                </a:highlight>
              </a:rPr>
              <a:t>Test Design Output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3AD886B-BA8B-C503-128D-84134D5C5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707" y="4312967"/>
            <a:ext cx="1733640" cy="8287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F4587BD-C9FC-77A9-0E4F-F137FAC37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9975" y="2383062"/>
            <a:ext cx="2350279" cy="11736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87B89E1-42B8-6A10-1891-C25901E94355}"/>
              </a:ext>
            </a:extLst>
          </p:cNvPr>
          <p:cNvSpPr txBox="1"/>
          <p:nvPr/>
        </p:nvSpPr>
        <p:spPr>
          <a:xfrm>
            <a:off x="6321115" y="3717935"/>
            <a:ext cx="211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Retrieval Augmented Generation (RAG)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32F5C43-14F3-10FF-D93D-43ABA9161BAF}"/>
              </a:ext>
            </a:extLst>
          </p:cNvPr>
          <p:cNvCxnSpPr>
            <a:cxnSpLocks/>
          </p:cNvCxnSpPr>
          <p:nvPr/>
        </p:nvCxnSpPr>
        <p:spPr>
          <a:xfrm flipV="1">
            <a:off x="7456209" y="4023901"/>
            <a:ext cx="3231060" cy="650260"/>
          </a:xfrm>
          <a:prstGeom prst="bentConnector3">
            <a:avLst>
              <a:gd name="adj1" fmla="val 100019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937A03E-B12D-630A-1954-616F8D8E63A4}"/>
              </a:ext>
            </a:extLst>
          </p:cNvPr>
          <p:cNvSpPr txBox="1"/>
          <p:nvPr/>
        </p:nvSpPr>
        <p:spPr>
          <a:xfrm>
            <a:off x="7071560" y="2688910"/>
            <a:ext cx="2350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Retrieves semantic meaning of feedback and prior designs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6CD42866-CA76-D8DC-2CA6-D33510700663}"/>
              </a:ext>
            </a:extLst>
          </p:cNvPr>
          <p:cNvCxnSpPr/>
          <p:nvPr/>
        </p:nvCxnSpPr>
        <p:spPr>
          <a:xfrm rot="10800000" flipV="1">
            <a:off x="6982346" y="2617272"/>
            <a:ext cx="2073361" cy="587246"/>
          </a:xfrm>
          <a:prstGeom prst="bentConnector3">
            <a:avLst>
              <a:gd name="adj1" fmla="val 100256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BF3938B-6602-3513-15FE-91AD29E12FAB}"/>
              </a:ext>
            </a:extLst>
          </p:cNvPr>
          <p:cNvCxnSpPr>
            <a:cxnSpLocks/>
          </p:cNvCxnSpPr>
          <p:nvPr/>
        </p:nvCxnSpPr>
        <p:spPr>
          <a:xfrm>
            <a:off x="2588531" y="2621710"/>
            <a:ext cx="3587812" cy="587622"/>
          </a:xfrm>
          <a:prstGeom prst="bentConnector3">
            <a:avLst>
              <a:gd name="adj1" fmla="val 9978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8926EA9-D6E2-A472-F540-37E1563E74B8}"/>
              </a:ext>
            </a:extLst>
          </p:cNvPr>
          <p:cNvCxnSpPr>
            <a:cxnSpLocks/>
          </p:cNvCxnSpPr>
          <p:nvPr/>
        </p:nvCxnSpPr>
        <p:spPr>
          <a:xfrm>
            <a:off x="2598556" y="2847488"/>
            <a:ext cx="3365338" cy="353970"/>
          </a:xfrm>
          <a:prstGeom prst="bentConnector3">
            <a:avLst>
              <a:gd name="adj1" fmla="val 99919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B964BDD-6859-A7FC-48A3-CB29FE518B3A}"/>
              </a:ext>
            </a:extLst>
          </p:cNvPr>
          <p:cNvCxnSpPr>
            <a:cxnSpLocks/>
          </p:cNvCxnSpPr>
          <p:nvPr/>
        </p:nvCxnSpPr>
        <p:spPr>
          <a:xfrm>
            <a:off x="5955467" y="3688731"/>
            <a:ext cx="8427" cy="55058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C1472E-90FE-324B-FF5F-AC2A32A01483}"/>
              </a:ext>
            </a:extLst>
          </p:cNvPr>
          <p:cNvSpPr txBox="1"/>
          <p:nvPr/>
        </p:nvSpPr>
        <p:spPr>
          <a:xfrm>
            <a:off x="4653212" y="1561066"/>
            <a:ext cx="304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GenAI: Prompt  </a:t>
            </a:r>
            <a:r>
              <a:rPr lang="en-US" b="1" dirty="0">
                <a:sym typeface="Wingdings" panose="05000000000000000000" pitchFamily="2" charset="2"/>
              </a:rPr>
              <a:t>  Response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AA2E8-DE84-C1FA-07B2-F48C7994B4A1}"/>
              </a:ext>
            </a:extLst>
          </p:cNvPr>
          <p:cNvSpPr txBox="1"/>
          <p:nvPr/>
        </p:nvSpPr>
        <p:spPr>
          <a:xfrm>
            <a:off x="8735263" y="4674161"/>
            <a:ext cx="2350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Sends correction</a:t>
            </a:r>
          </a:p>
        </p:txBody>
      </p:sp>
    </p:spTree>
    <p:extLst>
      <p:ext uri="{BB962C8B-B14F-4D97-AF65-F5344CB8AC3E}">
        <p14:creationId xmlns:p14="http://schemas.microsoft.com/office/powerpoint/2010/main" val="54560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A9CE-BE6E-F2DF-B0B2-D687139C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5FBC-099E-7F85-62D1-D0BE4884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5. </a:t>
            </a:r>
            <a:r>
              <a:rPr lang="en-US" sz="4000" b="1" u="sng" dirty="0"/>
              <a:t>WORKFLOW OF TEST DESIGN CREATION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F8B46-A0BF-0807-593F-64330086E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094705"/>
              </p:ext>
            </p:extLst>
          </p:nvPr>
        </p:nvGraphicFramePr>
        <p:xfrm>
          <a:off x="1003300" y="1965324"/>
          <a:ext cx="10350500" cy="409257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3680114585"/>
                    </a:ext>
                  </a:extLst>
                </a:gridCol>
                <a:gridCol w="4312708">
                  <a:extLst>
                    <a:ext uri="{9D8B030D-6E8A-4147-A177-3AD203B41FA5}">
                      <a16:colId xmlns:a16="http://schemas.microsoft.com/office/drawing/2014/main" val="3885035685"/>
                    </a:ext>
                  </a:extLst>
                </a:gridCol>
                <a:gridCol w="3450167">
                  <a:extLst>
                    <a:ext uri="{9D8B030D-6E8A-4147-A177-3AD203B41FA5}">
                      <a16:colId xmlns:a16="http://schemas.microsoft.com/office/drawing/2014/main" val="2335514911"/>
                    </a:ext>
                  </a:extLst>
                </a:gridCol>
              </a:tblGrid>
              <a:tr h="7404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sz="24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US" sz="24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Data Used</a:t>
                      </a:r>
                      <a:endParaRPr lang="en-US" sz="24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63782"/>
                  </a:ext>
                </a:extLst>
              </a:tr>
              <a:tr h="8705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Upload User Story and generate first Excel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user_story ➔ LLM ➔ test_design_v1</a:t>
                      </a:r>
                      <a:endParaRPr 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21493054"/>
                  </a:ext>
                </a:extLst>
              </a:tr>
              <a:tr h="8705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User gives a correction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test_design_v1 + correction ➔ LLM ➔ test_design_v2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83787680"/>
                  </a:ext>
                </a:extLst>
              </a:tr>
              <a:tr h="8705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User gives another correction</a:t>
                      </a:r>
                      <a:endParaRPr 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test_design_v2 + correction ➔ LLM ➔ test_design_v3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940575"/>
                  </a:ext>
                </a:extLst>
              </a:tr>
              <a:tr h="7404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and so on...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56920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70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F0AF-8965-6F97-0431-7A4BDF57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A43F-46EA-5295-A1A6-E6DFFB1E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6. </a:t>
            </a:r>
            <a:r>
              <a:rPr lang="en-US" sz="4000" b="1" u="sng" dirty="0"/>
              <a:t>TOOLS AND TECHNOLOGIES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217516-B096-B831-A782-2B55DC2CC4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144828"/>
              </p:ext>
            </p:extLst>
          </p:nvPr>
        </p:nvGraphicFramePr>
        <p:xfrm>
          <a:off x="838200" y="1787524"/>
          <a:ext cx="10172700" cy="4397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780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7175-F309-D185-A915-CD8EE6BB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2F20-465B-F23D-BB3A-3067DE15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Browse a User Story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0CBBD-81F9-9595-580C-16135668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32" y="1597306"/>
            <a:ext cx="9837203" cy="4705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5500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3F35-CFDF-436C-CDB0-EF598E1B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93E1-2DA1-FF1A-B8B5-FBAAC2AE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Upload a User 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A8658-C23F-7915-05A9-B2381A65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02" y="1427009"/>
            <a:ext cx="9592595" cy="506586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4002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C616-88F2-4987-A857-726B7B3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1B10-3C89-B2A9-FE95-410D56F3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Gemini Generating Initial Test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30114-7653-C7C7-D4BD-EF3E5835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00" y="1690688"/>
            <a:ext cx="10683489" cy="44543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8797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A082-3381-08A7-375E-21BD6388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B702-8B9B-1F03-8586-791A9C11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Initial Test Design Generated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8B3EE-CF5F-DEE8-9AC1-FE68ABED5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4" y="1566011"/>
            <a:ext cx="11057681" cy="492686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506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AFE7-917C-8CB2-3B1F-95B17954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D20C-9F31-6B44-3484-9FEB6BF5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Apply Corrections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4FD5C-839F-14D4-5F10-27A1559F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5493"/>
            <a:ext cx="10849337" cy="47721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9065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3BC5-4E5E-7087-6E19-76348B5A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B7C6-E85E-8ECB-D793-388F5EC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</a:t>
            </a:r>
            <a:r>
              <a:rPr lang="en-US" sz="4000" b="1" u="sng" dirty="0"/>
              <a:t>DEMO: Download Updated Test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CF327-C120-9461-F4FC-52E989EA9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2" y="1456157"/>
            <a:ext cx="10868093" cy="48283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367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F622-DECB-49D8-0A04-F6043F8B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B1F6-9328-2E07-B122-E91EF567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8. </a:t>
            </a:r>
            <a:r>
              <a:rPr lang="en-US" sz="4000" b="1" u="sng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A056-7EEB-9CE3-D026-C64D07C49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690688"/>
            <a:ext cx="10909300" cy="4710111"/>
          </a:xfrm>
          <a:ln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🌐 1. Make the QA Agent Accessible to All Users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Deploy to Azure App Service </a:t>
            </a:r>
            <a:r>
              <a:rPr lang="en-US" sz="2000" dirty="0"/>
              <a:t>- Host the agent on a secure, always-on platform for team-wide access and no local dependency.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🔗 2. Integrate with Azure DevOps</a:t>
            </a:r>
          </a:p>
          <a:p>
            <a:endParaRPr lang="en-US" sz="2000" dirty="0"/>
          </a:p>
          <a:p>
            <a:r>
              <a:rPr lang="en-US" sz="2000" b="1" dirty="0"/>
              <a:t>Dynamic User Story Ingestion </a:t>
            </a:r>
            <a:r>
              <a:rPr lang="en-US" sz="2000" dirty="0"/>
              <a:t>- Use DevOps APIs to fetch user stories automatically — no manual uploads.</a:t>
            </a:r>
          </a:p>
          <a:p>
            <a:r>
              <a:rPr lang="en-US" sz="2000" b="1" dirty="0"/>
              <a:t>Export Test Cases into DevOps - </a:t>
            </a:r>
            <a:r>
              <a:rPr lang="en-US" sz="2000" dirty="0"/>
              <a:t> Push test cases to DevOps Test Plans via API or extensions.</a:t>
            </a:r>
          </a:p>
          <a:p>
            <a:r>
              <a:rPr lang="en-US" sz="2000" b="1" dirty="0"/>
              <a:t>Workflow Automation </a:t>
            </a:r>
            <a:r>
              <a:rPr lang="en-US" sz="2000" dirty="0"/>
              <a:t>- Auto-trigger test generation when new stories are created using Pipelines or Logic Apps.</a:t>
            </a:r>
          </a:p>
        </p:txBody>
      </p:sp>
    </p:spTree>
    <p:extLst>
      <p:ext uri="{BB962C8B-B14F-4D97-AF65-F5344CB8AC3E}">
        <p14:creationId xmlns:p14="http://schemas.microsoft.com/office/powerpoint/2010/main" val="452620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8BD9-4606-3A5C-1440-7DA4B22F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C53E-600D-18F2-A17E-3CA804559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690" y="22352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/>
              <a:t>PHASE – 02 – Integrating with Azure </a:t>
            </a:r>
            <a:r>
              <a:rPr lang="en-US" sz="5400" b="1" dirty="0" err="1"/>
              <a:t>Devops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438741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857B-5DF8-D055-572C-70877BA9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D31E-A535-B6DF-CDA3-BD2883E6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/>
              <a:t>9. WORKING COMPONENTS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1F7824-2FE5-7424-5D2A-91551857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36684"/>
              </p:ext>
            </p:extLst>
          </p:nvPr>
        </p:nvGraphicFramePr>
        <p:xfrm>
          <a:off x="1046545" y="1690688"/>
          <a:ext cx="10515600" cy="442664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365672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5873031"/>
                    </a:ext>
                  </a:extLst>
                </a:gridCol>
              </a:tblGrid>
              <a:tr h="677016">
                <a:tc>
                  <a:txBody>
                    <a:bodyPr/>
                    <a:lstStyle/>
                    <a:p>
                      <a:r>
                        <a:rPr lang="en-US" sz="20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676220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/>
                        <a:t>VS Code + Azure Repos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513536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/>
                        <a:t>Azure Pipelines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Auto-deploy updated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561521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 dirty="0"/>
                        <a:t>Azure Function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Core logic (LLM + Excel)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941519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/>
                        <a:t>Azure App Service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UI with buttons, feedback 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738946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/>
                        <a:t>Power Automate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Uploads finalized test design to DevOps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373156"/>
                  </a:ext>
                </a:extLst>
              </a:tr>
              <a:tr h="624938">
                <a:tc>
                  <a:txBody>
                    <a:bodyPr/>
                    <a:lstStyle/>
                    <a:p>
                      <a:r>
                        <a:rPr lang="en-US" b="1" dirty="0"/>
                        <a:t>Azure DevOps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stories + final test case attachment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08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68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3BA7-D738-7888-57BA-4CE291EB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7D3E-CD2D-830F-55D3-72E90246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/>
              <a:t>10. PIPELINE FLOW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E5F5E1-1050-30CF-D72E-40092E3FF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654445"/>
              </p:ext>
            </p:extLst>
          </p:nvPr>
        </p:nvGraphicFramePr>
        <p:xfrm>
          <a:off x="1203124" y="1562583"/>
          <a:ext cx="9785752" cy="4502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015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A52D-0E5A-30E0-16F6-CCD0693C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DBE-885B-2FCC-A1EC-4E471640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8. </a:t>
            </a:r>
            <a:r>
              <a:rPr lang="en-US" sz="4000" b="1" u="sng" dirty="0"/>
              <a:t>AZURE APP SERVICE (UI)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3F14968-4197-26F1-EA35-9189F551F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12406"/>
              </p:ext>
            </p:extLst>
          </p:nvPr>
        </p:nvGraphicFramePr>
        <p:xfrm>
          <a:off x="838200" y="1690688"/>
          <a:ext cx="10752880" cy="4618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091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5D0F-F98A-6CCC-102C-93763472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39F4-0F5D-2245-3BE3-3085CC242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1587500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4159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8598</TotalTime>
  <Words>895</Words>
  <Application>Microsoft Office PowerPoint</Application>
  <PresentationFormat>Widescreen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QA Agent — Gemini-Powered Test Design Assistant</vt:lpstr>
      <vt:lpstr>TABLE OF CONTENT</vt:lpstr>
      <vt:lpstr>1. PROBLEM STATEMENT</vt:lpstr>
      <vt:lpstr>2. OBJECTIVE: Core Capabilities of the QA Agent </vt:lpstr>
      <vt:lpstr>3. THE INTELLIGENT STACK: LLM → GenAI → Agentic AI</vt:lpstr>
      <vt:lpstr>📣 BUSINESS TAKEAWAY:</vt:lpstr>
      <vt:lpstr>4. PIPELINE ARCHITECHTURE OF QA AGENT</vt:lpstr>
      <vt:lpstr>5. WORKFLOW OF TEST DESIGN CREATION</vt:lpstr>
      <vt:lpstr>6. TOOLS AND TECHNOLOGIES </vt:lpstr>
      <vt:lpstr>7. DEMO: Browse a User Story File</vt:lpstr>
      <vt:lpstr>7. DEMO: Upload a User Story</vt:lpstr>
      <vt:lpstr>7. DEMO: Gemini Generating Initial Test Design</vt:lpstr>
      <vt:lpstr>7. DEMO: Initial Test Design Generated</vt:lpstr>
      <vt:lpstr>7. DEMO: Apply Corrections</vt:lpstr>
      <vt:lpstr>7. DEMO: Download Updated Test Design</vt:lpstr>
      <vt:lpstr>8. NEXT STEPS</vt:lpstr>
      <vt:lpstr>PHASE – 02 – Integrating with Azure Devops</vt:lpstr>
      <vt:lpstr>9. WORKING COMPONENTS</vt:lpstr>
      <vt:lpstr>10. PIPELINE FLOW</vt:lpstr>
      <vt:lpstr>8. AZURE APP SERVICE (UI)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Bhujade</dc:creator>
  <cp:lastModifiedBy>Ayushi Bhujade</cp:lastModifiedBy>
  <cp:revision>51</cp:revision>
  <dcterms:created xsi:type="dcterms:W3CDTF">2025-05-05T22:55:46Z</dcterms:created>
  <dcterms:modified xsi:type="dcterms:W3CDTF">2025-05-22T13:32:39Z</dcterms:modified>
</cp:coreProperties>
</file>